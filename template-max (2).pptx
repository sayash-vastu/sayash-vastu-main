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4" r:id="rId2"/>
    <p:sldId id="311" r:id="rId3"/>
    <p:sldId id="32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D35"/>
    <a:srgbClr val="FFFFFF"/>
    <a:srgbClr val="FF0000"/>
    <a:srgbClr val="FFFF00"/>
    <a:srgbClr val="FFC000"/>
    <a:srgbClr val="EEEDED"/>
    <a:srgbClr val="275317"/>
    <a:srgbClr val="00B0F0"/>
    <a:srgbClr val="D9F2D0"/>
    <a:srgbClr val="FC8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5BAF9C-36F8-0D5F-0BCF-241F65DE8C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27C655-BAC1-0BCE-C41D-BA52B04E4B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ED550-C54B-415E-9DAD-F6854E952D0E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1444E2-D2A1-D327-EA8D-9DB1F697EB5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SATISH GUPTA &amp; YASH GUPTA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6C742D-68EB-7AD1-189D-929B5BA109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0E252-148D-45A3-BBF5-CA22F94EEE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36102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07DFA-4781-4202-A810-5C965A8E0327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SATISH GUPTA &amp; YASH GUPTA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E88F9-EA16-463E-84C7-FDB777B48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5223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5FF0-C73B-F54E-8353-457A9443C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B4F30-4256-5DA0-65A5-B31FDF451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CB48F-1582-A967-E6C0-54B45CB6C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4911B-6A07-4418-BC97-32D5E2F31022}" type="datetime1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6E6FF-98B1-F9CE-4C1A-9823429E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D3C36-D447-475A-05BB-60218A1F2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67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3BF9E-A66A-CC8A-1603-F91B68E05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B3E6B-F5E7-9611-9325-6D659B88E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2D36-2ADA-8BA1-2987-10A2FAF56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8EFA9-E31A-416C-8EAB-7A5E5BF64B07}" type="datetime1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57553-E83D-0CEB-66D6-8DD68FF4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04085-95DA-9498-346B-0316D523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6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67C1-9C0F-1A1C-8382-2A99EA037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97D3F-BCA1-D189-A09F-C5A4D69A3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2C529-D678-A6CA-9BBC-64FA38441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720F-034B-42CF-BD50-903C91513188}" type="datetime1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F73BF-2649-D294-8E65-AF4E5547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6D88F-EECB-A629-8C88-802148E74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16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EA79-73F8-9246-CE71-FD44E73A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A36DD-4D9A-493A-F76A-966EF7B24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F6EBC-8551-BBA5-FC35-F21F2163D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3EFCB-71FC-02FF-F881-A959BBCF1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0145-BD50-404D-AC29-725D2B9A927D}" type="datetime1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D5820-19C4-6EE0-BBE1-E76C798E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ACA4A-2B68-5EC7-6423-2EB13CF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3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6E5C6-4C2F-E297-1BAD-9E4888B1A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0C758-E5BF-B51B-826D-D63FB57DA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15C3E-4741-8E63-AF03-31C3F8FFB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360301-494B-7B73-24A7-E6EA442B9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BC26AF-5275-1438-3C6C-F1BE52FB64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EA932-3004-B678-70CF-159A7381C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5A6E4-5426-4257-81A9-CB281A2F65DC}" type="datetime1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375C2-6471-8D56-7097-7AB5B5C5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4C620D-1784-D234-8661-C18BAAF32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0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49F46-B590-EF04-D4A1-BA4F75764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9C9464-1E0B-35B1-EE7F-84926646E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6964-3444-4438-B3AC-11A292771DE2}" type="datetime1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ED25C9-B4D4-C6F5-08E1-D64FFBBE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41189A-6046-AA9B-49DC-30AC762F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96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D4E8D9-C425-EDC2-D944-E912F20FC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1C98-5AB0-4646-9B0C-0FDEBB164900}" type="datetime1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ABC70-7BBC-DDFF-4A59-DC90EA2F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BBAAE-6E03-F51E-DD96-239FF937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25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36AB4-C8A9-6A3C-81CC-A71ACA7E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BF606-DF6F-BB6D-83B9-3EF52D49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ED96E-B5CC-94AF-04D3-4C2A4641E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44E2A-CB88-C60E-1D75-20B81F8A6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1EA10-6167-497F-9278-672BB51FE7CF}" type="datetime1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31880-0F52-5668-86A3-7BAD0A606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6ACD0-3C65-83B6-9155-973C54F1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77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6205-F0CF-E5ED-C328-0D8A5685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38F8A2-1B71-E90A-804F-C7AD041044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DC4B9-D828-FE03-F469-1D2FD17DD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1C266-75E1-6535-53B2-71B429F20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BA59-A0E0-44E6-BD71-E48F4AA4632B}" type="datetime1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9B85B-EE08-6F70-DFCC-04927E782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03108-6792-18B6-5D23-B23536AC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77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78538-418A-7EBF-07C4-1699A399B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851ED-01B9-2898-1DC9-5A174BF61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33EE5-4F94-B08D-5228-1A4DEEDC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DCD8C-8169-44D0-838C-A869EB44F202}" type="datetime1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35466-83BA-3866-6096-B21994E95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CBAA7-7A5E-AC09-F417-ADCD75B9E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41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BC71EF-0B7A-D0E3-42D0-8CC150D7BF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54198-1EFE-2DD2-9A3F-3F85219B4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AA050-0A74-13EF-3A30-0FBAACA0A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31B56-7D14-4F60-A7F3-7EDCFCD21D19}" type="datetime1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3D5BE-C7AD-D6B0-848F-87E20C718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D9A13-AC33-4E41-BE93-5729B635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0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867AA0-EA4D-2CBC-A87C-9F0B35CC4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69DDC-28EC-1602-97A2-CE62251E2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4CDD4-5871-E6F2-99B5-B42415508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CB9B1-2B40-4B2D-83D1-21671AC69BAC}" type="datetime1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D6389-E4E8-D028-FA16-F71BEA84AA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2A0F2-1931-D815-7CAD-A47571CEA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47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maps.app.goo.gl/VPsiZxkrZ7mD5Tt38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27266-2A11-7A62-5151-C97601DC4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1917"/>
            <a:ext cx="4114800" cy="365125"/>
          </a:xfrm>
        </p:spPr>
        <p:txBody>
          <a:bodyPr/>
          <a:lstStyle/>
          <a:p>
            <a:r>
              <a:rPr lang="en-US" u="sng" dirty="0">
                <a:solidFill>
                  <a:schemeClr val="tx1"/>
                </a:solidFill>
                <a:latin typeface="Artifakt Element Hair" panose="020B0203050000020004" pitchFamily="34" charset="0"/>
                <a:ea typeface="Artifakt Element Hair" panose="020B0203050000020004" pitchFamily="34" charset="0"/>
                <a:cs typeface="Arial" pitchFamily="34" charset="0"/>
              </a:rPr>
              <a:t>SATISH GUPTA &amp; YASH GUPTA</a:t>
            </a:r>
          </a:p>
          <a:p>
            <a:r>
              <a:rPr lang="en-US" u="sng" dirty="0">
                <a:solidFill>
                  <a:schemeClr val="tx1"/>
                </a:solidFill>
                <a:latin typeface="Artifakt Element Hair" panose="020B0203050000020004" pitchFamily="34" charset="0"/>
                <a:ea typeface="Artifakt Element Hair" panose="020B0203050000020004" pitchFamily="34" charset="0"/>
                <a:cs typeface="Arial" pitchFamily="34" charset="0"/>
              </a:rPr>
              <a:t> (VASTU CONSULTANTS)</a:t>
            </a:r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C8FB2C0-EC6E-E7F0-FCBC-57E28F0DE01B}"/>
              </a:ext>
            </a:extLst>
          </p:cNvPr>
          <p:cNvGrpSpPr/>
          <p:nvPr/>
        </p:nvGrpSpPr>
        <p:grpSpPr>
          <a:xfrm>
            <a:off x="3179002" y="422786"/>
            <a:ext cx="5833993" cy="1123236"/>
            <a:chOff x="2644878" y="762874"/>
            <a:chExt cx="6853084" cy="1319445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8E69D90-9C4A-D884-3556-A21AEDA0A13E}"/>
                </a:ext>
              </a:extLst>
            </p:cNvPr>
            <p:cNvCxnSpPr>
              <a:cxnSpLocks/>
            </p:cNvCxnSpPr>
            <p:nvPr/>
          </p:nvCxnSpPr>
          <p:spPr>
            <a:xfrm>
              <a:off x="2644878" y="1582993"/>
              <a:ext cx="6853084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DBF58A5-D35F-4794-DF85-B9AF1BAE735D}"/>
                </a:ext>
              </a:extLst>
            </p:cNvPr>
            <p:cNvSpPr txBox="1"/>
            <p:nvPr/>
          </p:nvSpPr>
          <p:spPr>
            <a:xfrm>
              <a:off x="2708787" y="762874"/>
              <a:ext cx="677442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400" b="1" dirty="0">
                  <a:effectLst/>
                  <a:latin typeface="Candara Light" panose="020E0502030303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MAX HEALTHCARE LTD</a:t>
              </a:r>
              <a:endParaRPr lang="en-US" sz="4400" b="1" dirty="0">
                <a:latin typeface="Candara Light" panose="020E050203030302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9E0AE0-F601-0B28-9F48-068A017B8D3B}"/>
                </a:ext>
              </a:extLst>
            </p:cNvPr>
            <p:cNvSpPr txBox="1"/>
            <p:nvPr/>
          </p:nvSpPr>
          <p:spPr>
            <a:xfrm>
              <a:off x="3205314" y="1612317"/>
              <a:ext cx="5781369" cy="4700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C00000"/>
                  </a:solidFill>
                </a:rPr>
                <a:t>VR Capitol Hospital, Jalandhar</a:t>
              </a:r>
              <a:endParaRPr lang="en-US" sz="2000" dirty="0">
                <a:solidFill>
                  <a:srgbClr val="C00000"/>
                </a:solidFill>
                <a:latin typeface="Biome" panose="020B0503030204020804" pitchFamily="34" charset="0"/>
                <a:cs typeface="Biome" panose="020B0503030204020804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E42ABB7-22CA-A92E-C597-577EECD5D7C3}"/>
              </a:ext>
            </a:extLst>
          </p:cNvPr>
          <p:cNvSpPr txBox="1"/>
          <p:nvPr/>
        </p:nvSpPr>
        <p:spPr>
          <a:xfrm>
            <a:off x="3451121" y="4895340"/>
            <a:ext cx="5240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Recommendation on-15</a:t>
            </a:r>
            <a:r>
              <a:rPr lang="en-US" baseline="30000" dirty="0">
                <a:solidFill>
                  <a:schemeClr val="accent2">
                    <a:lumMod val="50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th 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July, 2026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E25652-CF3B-B2D5-A8E7-E0B7362016B2}"/>
              </a:ext>
            </a:extLst>
          </p:cNvPr>
          <p:cNvSpPr txBox="1"/>
          <p:nvPr/>
        </p:nvSpPr>
        <p:spPr>
          <a:xfrm>
            <a:off x="2279851" y="4181230"/>
            <a:ext cx="76322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accent2">
                    <a:lumMod val="50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VASTU STRATEGIC ANALYSIS</a:t>
            </a:r>
            <a:endParaRPr lang="en-US" sz="4000" dirty="0">
              <a:solidFill>
                <a:schemeClr val="accent2">
                  <a:lumMod val="50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44E5CA-7A80-07C2-0A16-DA8FFDAB961E}"/>
              </a:ext>
            </a:extLst>
          </p:cNvPr>
          <p:cNvSpPr txBox="1"/>
          <p:nvPr/>
        </p:nvSpPr>
        <p:spPr>
          <a:xfrm>
            <a:off x="10518056" y="6419265"/>
            <a:ext cx="15608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400" dirty="0">
                <a:solidFill>
                  <a:srgbClr val="80350E"/>
                </a:solidFill>
              </a:rPr>
              <a:t>VR/195/26</a:t>
            </a:r>
            <a:endParaRPr lang="en-US" sz="1400" dirty="0">
              <a:solidFill>
                <a:srgbClr val="80350E"/>
              </a:solidFill>
              <a:effectLst/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5F777F-AC2A-C356-EE30-655680B6D98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11" t="-1493" r="26728" b="43168"/>
          <a:stretch>
            <a:fillRect/>
          </a:stretch>
        </p:blipFill>
        <p:spPr>
          <a:xfrm>
            <a:off x="4864408" y="2276678"/>
            <a:ext cx="2414023" cy="17650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6337FF-E637-6137-FE20-FB28048BDEA4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212256" y="99500"/>
            <a:ext cx="770194" cy="5190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0B36DB-4EC1-382F-EF60-70E4C4023A14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5401" y="212811"/>
            <a:ext cx="1210855" cy="39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72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B99C4-D8D0-862B-B80D-70894D8C6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654583-180B-E633-0262-C76110EAC732}"/>
              </a:ext>
            </a:extLst>
          </p:cNvPr>
          <p:cNvSpPr/>
          <p:nvPr/>
        </p:nvSpPr>
        <p:spPr>
          <a:xfrm>
            <a:off x="986459" y="956888"/>
            <a:ext cx="2195233" cy="2755668"/>
          </a:xfrm>
          <a:prstGeom prst="roundRect">
            <a:avLst>
              <a:gd name="adj" fmla="val 6808"/>
            </a:avLst>
          </a:prstGeom>
          <a:solidFill>
            <a:schemeClr val="bg1"/>
          </a:solidFill>
          <a:ln cap="flat">
            <a:noFill/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5034D53-C740-A8E9-8837-CDDBE060E658}"/>
              </a:ext>
            </a:extLst>
          </p:cNvPr>
          <p:cNvGrpSpPr/>
          <p:nvPr/>
        </p:nvGrpSpPr>
        <p:grpSpPr>
          <a:xfrm>
            <a:off x="1096728" y="1030184"/>
            <a:ext cx="1736371" cy="331323"/>
            <a:chOff x="539697" y="1107653"/>
            <a:chExt cx="1736371" cy="33132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26C2C0D-4836-3B72-B40A-0E6E88FE69EB}"/>
                </a:ext>
              </a:extLst>
            </p:cNvPr>
            <p:cNvSpPr txBox="1"/>
            <p:nvPr/>
          </p:nvSpPr>
          <p:spPr>
            <a:xfrm>
              <a:off x="539697" y="1107653"/>
              <a:ext cx="1736371" cy="3218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b="1" dirty="0">
                  <a:solidFill>
                    <a:srgbClr val="000C39"/>
                  </a:solidFill>
                </a:rPr>
                <a:t>DIRECTION ANALYSIS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6D8500B-66F3-E1F0-C7F7-A42825AD7890}"/>
                </a:ext>
              </a:extLst>
            </p:cNvPr>
            <p:cNvCxnSpPr>
              <a:cxnSpLocks/>
            </p:cNvCxnSpPr>
            <p:nvPr/>
          </p:nvCxnSpPr>
          <p:spPr>
            <a:xfrm>
              <a:off x="638427" y="1438976"/>
              <a:ext cx="473512" cy="0"/>
            </a:xfrm>
            <a:prstGeom prst="line">
              <a:avLst/>
            </a:prstGeom>
            <a:ln w="28575">
              <a:solidFill>
                <a:srgbClr val="F47D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7DB278B-91FD-9AE9-AE46-EFC96812EDDE}"/>
              </a:ext>
            </a:extLst>
          </p:cNvPr>
          <p:cNvSpPr txBox="1"/>
          <p:nvPr/>
        </p:nvSpPr>
        <p:spPr>
          <a:xfrm>
            <a:off x="1118580" y="3102570"/>
            <a:ext cx="2063112" cy="41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C39"/>
                </a:solidFill>
              </a:rPr>
              <a:t>The site is </a:t>
            </a:r>
            <a:r>
              <a:rPr lang="en-US" sz="900" dirty="0">
                <a:solidFill>
                  <a:srgbClr val="F47D35"/>
                </a:solidFill>
              </a:rPr>
              <a:t>North-West facing.</a:t>
            </a:r>
            <a:endParaRPr lang="en-US" sz="900" dirty="0"/>
          </a:p>
          <a:p>
            <a:pPr>
              <a:lnSpc>
                <a:spcPct val="150000"/>
              </a:lnSpc>
            </a:pPr>
            <a:r>
              <a:rPr lang="en-IN" sz="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Tap Here to Open the Location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7BFA7C-8C87-6361-164F-7DE09857DDA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4121" y="6131431"/>
            <a:ext cx="944338" cy="63642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33A685-DD8F-091C-8D56-D5BE2C85E586}"/>
              </a:ext>
            </a:extLst>
          </p:cNvPr>
          <p:cNvCxnSpPr/>
          <p:nvPr/>
        </p:nvCxnSpPr>
        <p:spPr>
          <a:xfrm>
            <a:off x="-9832" y="6076331"/>
            <a:ext cx="12204000" cy="0"/>
          </a:xfrm>
          <a:prstGeom prst="line">
            <a:avLst/>
          </a:prstGeom>
          <a:ln w="28575">
            <a:solidFill>
              <a:srgbClr val="F47D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4278AC1-D489-AFF5-1F4D-BEF6398211CB}"/>
              </a:ext>
            </a:extLst>
          </p:cNvPr>
          <p:cNvGrpSpPr/>
          <p:nvPr/>
        </p:nvGrpSpPr>
        <p:grpSpPr>
          <a:xfrm>
            <a:off x="274121" y="223222"/>
            <a:ext cx="3796434" cy="523220"/>
            <a:chOff x="443437" y="420976"/>
            <a:chExt cx="5850421" cy="52322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67F5781-A947-81FF-B0AA-E31D5DF8FAD7}"/>
                </a:ext>
              </a:extLst>
            </p:cNvPr>
            <p:cNvSpPr txBox="1"/>
            <p:nvPr/>
          </p:nvSpPr>
          <p:spPr>
            <a:xfrm>
              <a:off x="443437" y="420976"/>
              <a:ext cx="585042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solidFill>
                    <a:srgbClr val="1E3750"/>
                  </a:solidFill>
                </a:rPr>
                <a:t>NORTH </a:t>
              </a:r>
              <a:r>
                <a:rPr lang="en-IN" sz="2800" dirty="0">
                  <a:solidFill>
                    <a:srgbClr val="1E3750"/>
                  </a:solidFill>
                </a:rPr>
                <a:t>ALIGNMENT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113F55E-20CA-6539-8EBA-9AFE5BC13BA8}"/>
                </a:ext>
              </a:extLst>
            </p:cNvPr>
            <p:cNvCxnSpPr>
              <a:cxnSpLocks/>
            </p:cNvCxnSpPr>
            <p:nvPr/>
          </p:nvCxnSpPr>
          <p:spPr>
            <a:xfrm>
              <a:off x="562155" y="939276"/>
              <a:ext cx="1371600" cy="0"/>
            </a:xfrm>
            <a:prstGeom prst="line">
              <a:avLst/>
            </a:prstGeom>
            <a:ln w="57150">
              <a:solidFill>
                <a:srgbClr val="F47D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845DC76E-0F8A-BBE6-0524-7C6D101D4C0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707024" y="6271685"/>
            <a:ext cx="1210855" cy="39754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DC660801-E423-B4D4-AA7E-4F8191B66F10}"/>
              </a:ext>
            </a:extLst>
          </p:cNvPr>
          <p:cNvGrpSpPr/>
          <p:nvPr/>
        </p:nvGrpSpPr>
        <p:grpSpPr>
          <a:xfrm>
            <a:off x="976983" y="3893506"/>
            <a:ext cx="2215160" cy="2014222"/>
            <a:chOff x="796186" y="3867347"/>
            <a:chExt cx="2215160" cy="2014222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B0DBBA8-B5B4-A1E5-E3A8-846D02D6B9A8}"/>
                </a:ext>
              </a:extLst>
            </p:cNvPr>
            <p:cNvSpPr/>
            <p:nvPr/>
          </p:nvSpPr>
          <p:spPr>
            <a:xfrm>
              <a:off x="796186" y="3867347"/>
              <a:ext cx="2215160" cy="2014222"/>
            </a:xfrm>
            <a:prstGeom prst="roundRect">
              <a:avLst>
                <a:gd name="adj" fmla="val 8686"/>
              </a:avLst>
            </a:prstGeom>
            <a:solidFill>
              <a:srgbClr val="FFFFFF"/>
            </a:solidFill>
            <a:ln cap="flat">
              <a:solidFill>
                <a:schemeClr val="bg2"/>
              </a:solidFill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9973EEB-5FC5-0FBB-1399-D13F88CB22DD}"/>
                </a:ext>
              </a:extLst>
            </p:cNvPr>
            <p:cNvGrpSpPr/>
            <p:nvPr/>
          </p:nvGrpSpPr>
          <p:grpSpPr>
            <a:xfrm>
              <a:off x="937784" y="4380411"/>
              <a:ext cx="1899623" cy="1329331"/>
              <a:chOff x="1020604" y="4308988"/>
              <a:chExt cx="1990742" cy="1416829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6A9EAEC8-6165-C5BB-CB0F-62355FD8390A}"/>
                  </a:ext>
                </a:extLst>
              </p:cNvPr>
              <p:cNvSpPr/>
              <p:nvPr/>
            </p:nvSpPr>
            <p:spPr>
              <a:xfrm>
                <a:off x="1024653" y="4308988"/>
                <a:ext cx="1986693" cy="1409040"/>
              </a:xfrm>
              <a:prstGeom prst="roundRect">
                <a:avLst>
                  <a:gd name="adj" fmla="val 5895"/>
                </a:avLst>
              </a:prstGeom>
              <a:solidFill>
                <a:srgbClr val="FFFFFF"/>
              </a:solidFill>
              <a:ln cap="flat">
                <a:solidFill>
                  <a:schemeClr val="bg2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D1C83DC-5188-EF16-93FD-4EBE4A092ED2}"/>
                  </a:ext>
                </a:extLst>
              </p:cNvPr>
              <p:cNvCxnSpPr/>
              <p:nvPr/>
            </p:nvCxnSpPr>
            <p:spPr>
              <a:xfrm>
                <a:off x="1476751" y="4308988"/>
                <a:ext cx="0" cy="14090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3C992AD6-7875-F2B5-8505-B106AEC1F47A}"/>
                  </a:ext>
                </a:extLst>
              </p:cNvPr>
              <p:cNvCxnSpPr/>
              <p:nvPr/>
            </p:nvCxnSpPr>
            <p:spPr>
              <a:xfrm>
                <a:off x="2224686" y="4316777"/>
                <a:ext cx="0" cy="14090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EC605A1-9A9D-5FBC-6B48-5655DDAE815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10605" y="3815812"/>
                <a:ext cx="0" cy="198000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8973E0D-7237-9263-9701-7920FB5AD72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10604" y="4271663"/>
                <a:ext cx="0" cy="198000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7E020AA3-67B0-EE6B-6F25-DF7A24E190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953" t="22894" r="32841" b="61164"/>
              <a:stretch>
                <a:fillRect/>
              </a:stretch>
            </p:blipFill>
            <p:spPr>
              <a:xfrm>
                <a:off x="1102002" y="4412168"/>
                <a:ext cx="296089" cy="280823"/>
              </a:xfrm>
              <a:prstGeom prst="rect">
                <a:avLst/>
              </a:prstGeom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2E4DDAA6-0472-4E15-ABD5-027673D8C3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432" t="46331" r="32581" b="38023"/>
              <a:stretch>
                <a:fillRect/>
              </a:stretch>
            </p:blipFill>
            <p:spPr>
              <a:xfrm>
                <a:off x="1092345" y="4885724"/>
                <a:ext cx="316715" cy="275628"/>
              </a:xfrm>
              <a:prstGeom prst="rect">
                <a:avLst/>
              </a:prstGeom>
            </p:spPr>
          </p:pic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7DEA7159-C664-A37E-1764-C10F57B25F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425" t="69212" r="32913" b="15611"/>
              <a:stretch>
                <a:fillRect/>
              </a:stretch>
            </p:blipFill>
            <p:spPr>
              <a:xfrm>
                <a:off x="1131935" y="5353632"/>
                <a:ext cx="255299" cy="267348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5D6A663-AB16-64FB-B63C-DF1C41A45A3D}"/>
                </a:ext>
              </a:extLst>
            </p:cNvPr>
            <p:cNvGrpSpPr/>
            <p:nvPr/>
          </p:nvGrpSpPr>
          <p:grpSpPr>
            <a:xfrm>
              <a:off x="926382" y="3937241"/>
              <a:ext cx="1736371" cy="321819"/>
              <a:chOff x="539697" y="1166645"/>
              <a:chExt cx="1736371" cy="321819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C588FA0-7C87-2359-5489-36C70F0A7BB6}"/>
                  </a:ext>
                </a:extLst>
              </p:cNvPr>
              <p:cNvSpPr txBox="1"/>
              <p:nvPr/>
            </p:nvSpPr>
            <p:spPr>
              <a:xfrm>
                <a:off x="539697" y="1166645"/>
                <a:ext cx="1736371" cy="3218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100" b="1" dirty="0">
                    <a:solidFill>
                      <a:srgbClr val="000C39"/>
                    </a:solidFill>
                  </a:rPr>
                  <a:t>SITE INFORMATION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D43E439-9F95-29C3-A3A2-A60A348E80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8427" y="1478304"/>
                <a:ext cx="473512" cy="0"/>
              </a:xfrm>
              <a:prstGeom prst="line">
                <a:avLst/>
              </a:prstGeom>
              <a:ln w="28575">
                <a:solidFill>
                  <a:srgbClr val="F47D3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74C846B-7093-AC5D-0409-D2B3BA763575}"/>
                </a:ext>
              </a:extLst>
            </p:cNvPr>
            <p:cNvSpPr txBox="1"/>
            <p:nvPr/>
          </p:nvSpPr>
          <p:spPr>
            <a:xfrm>
              <a:off x="1370566" y="4430767"/>
              <a:ext cx="7709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>
                  <a:solidFill>
                    <a:srgbClr val="000C39"/>
                  </a:solidFill>
                </a:rPr>
                <a:t>Site Orientation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77CE31C-0B2F-B795-44EA-61ADDFEA8601}"/>
                </a:ext>
              </a:extLst>
            </p:cNvPr>
            <p:cNvSpPr txBox="1"/>
            <p:nvPr/>
          </p:nvSpPr>
          <p:spPr>
            <a:xfrm>
              <a:off x="1340240" y="4896749"/>
              <a:ext cx="6966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>
                  <a:solidFill>
                    <a:srgbClr val="000C39"/>
                  </a:solidFill>
                </a:rPr>
                <a:t>Reference Source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0D6B0D-B5D1-5565-3078-3D01B6CB7C79}"/>
                </a:ext>
              </a:extLst>
            </p:cNvPr>
            <p:cNvSpPr txBox="1"/>
            <p:nvPr/>
          </p:nvSpPr>
          <p:spPr>
            <a:xfrm>
              <a:off x="1345320" y="5303677"/>
              <a:ext cx="7961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>
                  <a:solidFill>
                    <a:srgbClr val="000C39"/>
                  </a:solidFill>
                </a:rPr>
                <a:t>Observation Date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1BAA5CB-04A3-8C3A-527C-FA9D415958FA}"/>
                </a:ext>
              </a:extLst>
            </p:cNvPr>
            <p:cNvSpPr txBox="1"/>
            <p:nvPr/>
          </p:nvSpPr>
          <p:spPr>
            <a:xfrm>
              <a:off x="2067549" y="4934631"/>
              <a:ext cx="794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>
                  <a:solidFill>
                    <a:srgbClr val="000C39"/>
                  </a:solidFill>
                </a:rPr>
                <a:t>Google Map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4C4AF93-AF8E-C111-39BA-8AC0BDBB9E1C}"/>
                </a:ext>
              </a:extLst>
            </p:cNvPr>
            <p:cNvSpPr txBox="1"/>
            <p:nvPr/>
          </p:nvSpPr>
          <p:spPr>
            <a:xfrm>
              <a:off x="2078865" y="5368369"/>
              <a:ext cx="794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>
                  <a:solidFill>
                    <a:srgbClr val="000C39"/>
                  </a:solidFill>
                </a:rPr>
                <a:t>July </a:t>
              </a:r>
              <a:r>
                <a:rPr lang="en-US" sz="900" dirty="0">
                  <a:solidFill>
                    <a:srgbClr val="000C39"/>
                  </a:solidFill>
                </a:rPr>
                <a:t>2026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525E516-1B7E-D4E9-4F96-F15D04562746}"/>
                </a:ext>
              </a:extLst>
            </p:cNvPr>
            <p:cNvSpPr txBox="1"/>
            <p:nvPr/>
          </p:nvSpPr>
          <p:spPr>
            <a:xfrm>
              <a:off x="2049560" y="4439072"/>
              <a:ext cx="7709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>
                  <a:solidFill>
                    <a:srgbClr val="000C39"/>
                  </a:solidFill>
                </a:rPr>
                <a:t>North-West Facing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3DB088F-8A36-341F-14AA-54022AB21CE0}"/>
              </a:ext>
            </a:extLst>
          </p:cNvPr>
          <p:cNvSpPr txBox="1"/>
          <p:nvPr/>
        </p:nvSpPr>
        <p:spPr>
          <a:xfrm>
            <a:off x="10591057" y="198607"/>
            <a:ext cx="10405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rgbClr val="000C39"/>
                </a:solidFill>
              </a:rPr>
              <a:t>PROJECT:</a:t>
            </a:r>
          </a:p>
          <a:p>
            <a:r>
              <a:rPr lang="en-IN" sz="900" dirty="0">
                <a:solidFill>
                  <a:srgbClr val="F47D35"/>
                </a:solidFill>
              </a:rPr>
              <a:t>Capitol Hospital, Jalandhar</a:t>
            </a:r>
            <a:endParaRPr lang="en-US" sz="900" dirty="0">
              <a:solidFill>
                <a:srgbClr val="F47D35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76C77E-4D36-B18A-D5F5-483DA0E64F94}"/>
              </a:ext>
            </a:extLst>
          </p:cNvPr>
          <p:cNvCxnSpPr>
            <a:cxnSpLocks/>
          </p:cNvCxnSpPr>
          <p:nvPr/>
        </p:nvCxnSpPr>
        <p:spPr>
          <a:xfrm>
            <a:off x="11607870" y="226217"/>
            <a:ext cx="0" cy="468000"/>
          </a:xfrm>
          <a:prstGeom prst="line">
            <a:avLst/>
          </a:prstGeom>
          <a:ln w="12700">
            <a:solidFill>
              <a:srgbClr val="F47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lide Number Placeholder 46">
            <a:extLst>
              <a:ext uri="{FF2B5EF4-FFF2-40B4-BE49-F238E27FC236}">
                <a16:creationId xmlns:a16="http://schemas.microsoft.com/office/drawing/2014/main" id="{C05321A1-24A4-7161-B121-F2BE9F95C42A}"/>
              </a:ext>
            </a:extLst>
          </p:cNvPr>
          <p:cNvSpPr txBox="1">
            <a:spLocks/>
          </p:cNvSpPr>
          <p:nvPr/>
        </p:nvSpPr>
        <p:spPr>
          <a:xfrm>
            <a:off x="11581684" y="265545"/>
            <a:ext cx="4661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F47D35"/>
                </a:solidFill>
              </a:rPr>
              <a:t>0</a:t>
            </a:r>
            <a:fld id="{B33E2CC4-F11D-4E54-86EA-E05F33837D9B}" type="slidenum">
              <a:rPr lang="en-US" sz="2000" smtClean="0">
                <a:solidFill>
                  <a:srgbClr val="F47D35"/>
                </a:solidFill>
              </a:rPr>
              <a:pPr algn="ctr"/>
              <a:t>2</a:t>
            </a:fld>
            <a:endParaRPr lang="en-US" sz="2000" dirty="0">
              <a:solidFill>
                <a:srgbClr val="F47D3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3318B-3078-21D1-7447-ED5FED46E292}"/>
              </a:ext>
            </a:extLst>
          </p:cNvPr>
          <p:cNvSpPr txBox="1"/>
          <p:nvPr/>
        </p:nvSpPr>
        <p:spPr>
          <a:xfrm>
            <a:off x="5008120" y="6229918"/>
            <a:ext cx="216809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lang="en-US" sz="1200" dirty="0"/>
              <a:t>SATISH GUPTA &amp; YASH GUPTA</a:t>
            </a:r>
          </a:p>
          <a:p>
            <a:pPr algn="ctr">
              <a:defRPr sz="1600"/>
            </a:pPr>
            <a:r>
              <a:rPr lang="en-US" sz="1200" dirty="0"/>
              <a:t>(VASTU CONSULTANTS)</a:t>
            </a:r>
            <a:endParaRPr sz="12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03258AE7-0B79-B1D7-00AA-1A5AFB41EE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3" t="12616" r="8387" b="6093"/>
          <a:stretch>
            <a:fillRect/>
          </a:stretch>
        </p:blipFill>
        <p:spPr>
          <a:xfrm>
            <a:off x="1281330" y="1616443"/>
            <a:ext cx="1388067" cy="139201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72E3F482-FFA2-0B3B-FA8E-275938414F5E}"/>
              </a:ext>
            </a:extLst>
          </p:cNvPr>
          <p:cNvGrpSpPr/>
          <p:nvPr/>
        </p:nvGrpSpPr>
        <p:grpSpPr>
          <a:xfrm>
            <a:off x="3621061" y="924771"/>
            <a:ext cx="6132539" cy="4977532"/>
            <a:chOff x="3621061" y="924771"/>
            <a:chExt cx="6132539" cy="497753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E11AFF9-FCF7-DE52-0A24-8A64E2242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21061" y="924771"/>
              <a:ext cx="6132539" cy="497753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762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FD1098A-C09B-2B05-E9CF-8DB2BF442B75}"/>
                </a:ext>
              </a:extLst>
            </p:cNvPr>
            <p:cNvSpPr/>
            <p:nvPr/>
          </p:nvSpPr>
          <p:spPr>
            <a:xfrm rot="16046933">
              <a:off x="4615713" y="1229799"/>
              <a:ext cx="3697153" cy="4240814"/>
            </a:xfrm>
            <a:custGeom>
              <a:avLst/>
              <a:gdLst>
                <a:gd name="csX0" fmla="*/ 1999397 w 3582538"/>
                <a:gd name="csY0" fmla="*/ 170598 h 4244454"/>
                <a:gd name="csX1" fmla="*/ 2408830 w 3582538"/>
                <a:gd name="csY1" fmla="*/ 0 h 4244454"/>
                <a:gd name="csX2" fmla="*/ 3582538 w 3582538"/>
                <a:gd name="csY2" fmla="*/ 2388359 h 4244454"/>
                <a:gd name="csX3" fmla="*/ 2995684 w 3582538"/>
                <a:gd name="csY3" fmla="*/ 3964675 h 4244454"/>
                <a:gd name="csX4" fmla="*/ 2402006 w 3582538"/>
                <a:gd name="csY4" fmla="*/ 4244454 h 4244454"/>
                <a:gd name="csX5" fmla="*/ 1958454 w 3582538"/>
                <a:gd name="csY5" fmla="*/ 3166281 h 4244454"/>
                <a:gd name="csX6" fmla="*/ 1555845 w 3582538"/>
                <a:gd name="csY6" fmla="*/ 3343702 h 4244454"/>
                <a:gd name="csX7" fmla="*/ 1016758 w 3582538"/>
                <a:gd name="csY7" fmla="*/ 2135875 h 4244454"/>
                <a:gd name="csX8" fmla="*/ 47767 w 3582538"/>
                <a:gd name="csY8" fmla="*/ 2190466 h 4244454"/>
                <a:gd name="csX9" fmla="*/ 0 w 3582538"/>
                <a:gd name="csY9" fmla="*/ 1487606 h 4244454"/>
                <a:gd name="csX10" fmla="*/ 2204114 w 3582538"/>
                <a:gd name="csY10" fmla="*/ 539087 h 4244454"/>
                <a:gd name="csX11" fmla="*/ 1999397 w 3582538"/>
                <a:gd name="csY11" fmla="*/ 170598 h 4244454"/>
                <a:gd name="csX0" fmla="*/ 2020338 w 3582538"/>
                <a:gd name="csY0" fmla="*/ 158965 h 4244454"/>
                <a:gd name="csX1" fmla="*/ 2408830 w 3582538"/>
                <a:gd name="csY1" fmla="*/ 0 h 4244454"/>
                <a:gd name="csX2" fmla="*/ 3582538 w 3582538"/>
                <a:gd name="csY2" fmla="*/ 2388359 h 4244454"/>
                <a:gd name="csX3" fmla="*/ 2995684 w 3582538"/>
                <a:gd name="csY3" fmla="*/ 3964675 h 4244454"/>
                <a:gd name="csX4" fmla="*/ 2402006 w 3582538"/>
                <a:gd name="csY4" fmla="*/ 4244454 h 4244454"/>
                <a:gd name="csX5" fmla="*/ 1958454 w 3582538"/>
                <a:gd name="csY5" fmla="*/ 3166281 h 4244454"/>
                <a:gd name="csX6" fmla="*/ 1555845 w 3582538"/>
                <a:gd name="csY6" fmla="*/ 3343702 h 4244454"/>
                <a:gd name="csX7" fmla="*/ 1016758 w 3582538"/>
                <a:gd name="csY7" fmla="*/ 2135875 h 4244454"/>
                <a:gd name="csX8" fmla="*/ 47767 w 3582538"/>
                <a:gd name="csY8" fmla="*/ 2190466 h 4244454"/>
                <a:gd name="csX9" fmla="*/ 0 w 3582538"/>
                <a:gd name="csY9" fmla="*/ 1487606 h 4244454"/>
                <a:gd name="csX10" fmla="*/ 2204114 w 3582538"/>
                <a:gd name="csY10" fmla="*/ 539087 h 4244454"/>
                <a:gd name="csX11" fmla="*/ 2020338 w 3582538"/>
                <a:gd name="csY11" fmla="*/ 158965 h 4244454"/>
                <a:gd name="csX0" fmla="*/ 2029645 w 3582538"/>
                <a:gd name="csY0" fmla="*/ 158965 h 4244454"/>
                <a:gd name="csX1" fmla="*/ 2408830 w 3582538"/>
                <a:gd name="csY1" fmla="*/ 0 h 4244454"/>
                <a:gd name="csX2" fmla="*/ 3582538 w 3582538"/>
                <a:gd name="csY2" fmla="*/ 2388359 h 4244454"/>
                <a:gd name="csX3" fmla="*/ 2995684 w 3582538"/>
                <a:gd name="csY3" fmla="*/ 3964675 h 4244454"/>
                <a:gd name="csX4" fmla="*/ 2402006 w 3582538"/>
                <a:gd name="csY4" fmla="*/ 4244454 h 4244454"/>
                <a:gd name="csX5" fmla="*/ 1958454 w 3582538"/>
                <a:gd name="csY5" fmla="*/ 3166281 h 4244454"/>
                <a:gd name="csX6" fmla="*/ 1555845 w 3582538"/>
                <a:gd name="csY6" fmla="*/ 3343702 h 4244454"/>
                <a:gd name="csX7" fmla="*/ 1016758 w 3582538"/>
                <a:gd name="csY7" fmla="*/ 2135875 h 4244454"/>
                <a:gd name="csX8" fmla="*/ 47767 w 3582538"/>
                <a:gd name="csY8" fmla="*/ 2190466 h 4244454"/>
                <a:gd name="csX9" fmla="*/ 0 w 3582538"/>
                <a:gd name="csY9" fmla="*/ 1487606 h 4244454"/>
                <a:gd name="csX10" fmla="*/ 2204114 w 3582538"/>
                <a:gd name="csY10" fmla="*/ 539087 h 4244454"/>
                <a:gd name="csX11" fmla="*/ 2029645 w 3582538"/>
                <a:gd name="csY11" fmla="*/ 158965 h 4244454"/>
                <a:gd name="csX0" fmla="*/ 2029645 w 3582538"/>
                <a:gd name="csY0" fmla="*/ 158965 h 4244454"/>
                <a:gd name="csX1" fmla="*/ 2408830 w 3582538"/>
                <a:gd name="csY1" fmla="*/ 0 h 4244454"/>
                <a:gd name="csX2" fmla="*/ 3582538 w 3582538"/>
                <a:gd name="csY2" fmla="*/ 2388359 h 4244454"/>
                <a:gd name="csX3" fmla="*/ 2995684 w 3582538"/>
                <a:gd name="csY3" fmla="*/ 3964675 h 4244454"/>
                <a:gd name="csX4" fmla="*/ 2402006 w 3582538"/>
                <a:gd name="csY4" fmla="*/ 4244454 h 4244454"/>
                <a:gd name="csX5" fmla="*/ 1958454 w 3582538"/>
                <a:gd name="csY5" fmla="*/ 3166281 h 4244454"/>
                <a:gd name="csX6" fmla="*/ 1555845 w 3582538"/>
                <a:gd name="csY6" fmla="*/ 3343702 h 4244454"/>
                <a:gd name="csX7" fmla="*/ 1016758 w 3582538"/>
                <a:gd name="csY7" fmla="*/ 2135875 h 4244454"/>
                <a:gd name="csX8" fmla="*/ 47767 w 3582538"/>
                <a:gd name="csY8" fmla="*/ 2190466 h 4244454"/>
                <a:gd name="csX9" fmla="*/ 0 w 3582538"/>
                <a:gd name="csY9" fmla="*/ 1487606 h 4244454"/>
                <a:gd name="csX10" fmla="*/ 2185501 w 3582538"/>
                <a:gd name="csY10" fmla="*/ 539087 h 4244454"/>
                <a:gd name="csX11" fmla="*/ 2029645 w 3582538"/>
                <a:gd name="csY11" fmla="*/ 158965 h 4244454"/>
                <a:gd name="csX0" fmla="*/ 2015685 w 3582538"/>
                <a:gd name="csY0" fmla="*/ 163619 h 4244454"/>
                <a:gd name="csX1" fmla="*/ 2408830 w 3582538"/>
                <a:gd name="csY1" fmla="*/ 0 h 4244454"/>
                <a:gd name="csX2" fmla="*/ 3582538 w 3582538"/>
                <a:gd name="csY2" fmla="*/ 2388359 h 4244454"/>
                <a:gd name="csX3" fmla="*/ 2995684 w 3582538"/>
                <a:gd name="csY3" fmla="*/ 3964675 h 4244454"/>
                <a:gd name="csX4" fmla="*/ 2402006 w 3582538"/>
                <a:gd name="csY4" fmla="*/ 4244454 h 4244454"/>
                <a:gd name="csX5" fmla="*/ 1958454 w 3582538"/>
                <a:gd name="csY5" fmla="*/ 3166281 h 4244454"/>
                <a:gd name="csX6" fmla="*/ 1555845 w 3582538"/>
                <a:gd name="csY6" fmla="*/ 3343702 h 4244454"/>
                <a:gd name="csX7" fmla="*/ 1016758 w 3582538"/>
                <a:gd name="csY7" fmla="*/ 2135875 h 4244454"/>
                <a:gd name="csX8" fmla="*/ 47767 w 3582538"/>
                <a:gd name="csY8" fmla="*/ 2190466 h 4244454"/>
                <a:gd name="csX9" fmla="*/ 0 w 3582538"/>
                <a:gd name="csY9" fmla="*/ 1487606 h 4244454"/>
                <a:gd name="csX10" fmla="*/ 2185501 w 3582538"/>
                <a:gd name="csY10" fmla="*/ 539087 h 4244454"/>
                <a:gd name="csX11" fmla="*/ 2015685 w 3582538"/>
                <a:gd name="csY11" fmla="*/ 163619 h 4244454"/>
                <a:gd name="csX0" fmla="*/ 2015685 w 3582538"/>
                <a:gd name="csY0" fmla="*/ 161292 h 4242127"/>
                <a:gd name="csX1" fmla="*/ 2392543 w 3582538"/>
                <a:gd name="csY1" fmla="*/ 0 h 4242127"/>
                <a:gd name="csX2" fmla="*/ 3582538 w 3582538"/>
                <a:gd name="csY2" fmla="*/ 2386032 h 4242127"/>
                <a:gd name="csX3" fmla="*/ 2995684 w 3582538"/>
                <a:gd name="csY3" fmla="*/ 3962348 h 4242127"/>
                <a:gd name="csX4" fmla="*/ 2402006 w 3582538"/>
                <a:gd name="csY4" fmla="*/ 4242127 h 4242127"/>
                <a:gd name="csX5" fmla="*/ 1958454 w 3582538"/>
                <a:gd name="csY5" fmla="*/ 3163954 h 4242127"/>
                <a:gd name="csX6" fmla="*/ 1555845 w 3582538"/>
                <a:gd name="csY6" fmla="*/ 3341375 h 4242127"/>
                <a:gd name="csX7" fmla="*/ 1016758 w 3582538"/>
                <a:gd name="csY7" fmla="*/ 2133548 h 4242127"/>
                <a:gd name="csX8" fmla="*/ 47767 w 3582538"/>
                <a:gd name="csY8" fmla="*/ 2188139 h 4242127"/>
                <a:gd name="csX9" fmla="*/ 0 w 3582538"/>
                <a:gd name="csY9" fmla="*/ 1485279 h 4242127"/>
                <a:gd name="csX10" fmla="*/ 2185501 w 3582538"/>
                <a:gd name="csY10" fmla="*/ 536760 h 4242127"/>
                <a:gd name="csX11" fmla="*/ 2015685 w 3582538"/>
                <a:gd name="csY11" fmla="*/ 161292 h 4242127"/>
                <a:gd name="csX0" fmla="*/ 2043606 w 3610459"/>
                <a:gd name="csY0" fmla="*/ 161292 h 4242127"/>
                <a:gd name="csX1" fmla="*/ 2420464 w 3610459"/>
                <a:gd name="csY1" fmla="*/ 0 h 4242127"/>
                <a:gd name="csX2" fmla="*/ 3610459 w 3610459"/>
                <a:gd name="csY2" fmla="*/ 2386032 h 4242127"/>
                <a:gd name="csX3" fmla="*/ 3023605 w 3610459"/>
                <a:gd name="csY3" fmla="*/ 3962348 h 4242127"/>
                <a:gd name="csX4" fmla="*/ 2429927 w 3610459"/>
                <a:gd name="csY4" fmla="*/ 4242127 h 4242127"/>
                <a:gd name="csX5" fmla="*/ 1986375 w 3610459"/>
                <a:gd name="csY5" fmla="*/ 3163954 h 4242127"/>
                <a:gd name="csX6" fmla="*/ 1583766 w 3610459"/>
                <a:gd name="csY6" fmla="*/ 3341375 h 4242127"/>
                <a:gd name="csX7" fmla="*/ 1044679 w 3610459"/>
                <a:gd name="csY7" fmla="*/ 2133548 h 4242127"/>
                <a:gd name="csX8" fmla="*/ 75688 w 3610459"/>
                <a:gd name="csY8" fmla="*/ 2188139 h 4242127"/>
                <a:gd name="csX9" fmla="*/ 0 w 3610459"/>
                <a:gd name="csY9" fmla="*/ 1489933 h 4242127"/>
                <a:gd name="csX10" fmla="*/ 2213422 w 3610459"/>
                <a:gd name="csY10" fmla="*/ 536760 h 4242127"/>
                <a:gd name="csX11" fmla="*/ 2043606 w 3610459"/>
                <a:gd name="csY11" fmla="*/ 161292 h 4242127"/>
                <a:gd name="csX0" fmla="*/ 1967918 w 3534771"/>
                <a:gd name="csY0" fmla="*/ 161292 h 4242127"/>
                <a:gd name="csX1" fmla="*/ 2344776 w 3534771"/>
                <a:gd name="csY1" fmla="*/ 0 h 4242127"/>
                <a:gd name="csX2" fmla="*/ 3534771 w 3534771"/>
                <a:gd name="csY2" fmla="*/ 2386032 h 4242127"/>
                <a:gd name="csX3" fmla="*/ 2947917 w 3534771"/>
                <a:gd name="csY3" fmla="*/ 3962348 h 4242127"/>
                <a:gd name="csX4" fmla="*/ 2354239 w 3534771"/>
                <a:gd name="csY4" fmla="*/ 4242127 h 4242127"/>
                <a:gd name="csX5" fmla="*/ 1910687 w 3534771"/>
                <a:gd name="csY5" fmla="*/ 3163954 h 4242127"/>
                <a:gd name="csX6" fmla="*/ 1508078 w 3534771"/>
                <a:gd name="csY6" fmla="*/ 3341375 h 4242127"/>
                <a:gd name="csX7" fmla="*/ 968991 w 3534771"/>
                <a:gd name="csY7" fmla="*/ 2133548 h 4242127"/>
                <a:gd name="csX8" fmla="*/ 0 w 3534771"/>
                <a:gd name="csY8" fmla="*/ 2188139 h 4242127"/>
                <a:gd name="csX9" fmla="*/ 89509 w 3534771"/>
                <a:gd name="csY9" fmla="*/ 1606268 h 4242127"/>
                <a:gd name="csX10" fmla="*/ 2137734 w 3534771"/>
                <a:gd name="csY10" fmla="*/ 536760 h 4242127"/>
                <a:gd name="csX11" fmla="*/ 1967918 w 3534771"/>
                <a:gd name="csY11" fmla="*/ 161292 h 4242127"/>
                <a:gd name="csX0" fmla="*/ 2041279 w 3608132"/>
                <a:gd name="csY0" fmla="*/ 161292 h 4242127"/>
                <a:gd name="csX1" fmla="*/ 2418137 w 3608132"/>
                <a:gd name="csY1" fmla="*/ 0 h 4242127"/>
                <a:gd name="csX2" fmla="*/ 3608132 w 3608132"/>
                <a:gd name="csY2" fmla="*/ 2386032 h 4242127"/>
                <a:gd name="csX3" fmla="*/ 3021278 w 3608132"/>
                <a:gd name="csY3" fmla="*/ 3962348 h 4242127"/>
                <a:gd name="csX4" fmla="*/ 2427600 w 3608132"/>
                <a:gd name="csY4" fmla="*/ 4242127 h 4242127"/>
                <a:gd name="csX5" fmla="*/ 1984048 w 3608132"/>
                <a:gd name="csY5" fmla="*/ 3163954 h 4242127"/>
                <a:gd name="csX6" fmla="*/ 1581439 w 3608132"/>
                <a:gd name="csY6" fmla="*/ 3341375 h 4242127"/>
                <a:gd name="csX7" fmla="*/ 1042352 w 3608132"/>
                <a:gd name="csY7" fmla="*/ 2133548 h 4242127"/>
                <a:gd name="csX8" fmla="*/ 73361 w 3608132"/>
                <a:gd name="csY8" fmla="*/ 2188139 h 4242127"/>
                <a:gd name="csX9" fmla="*/ 0 w 3608132"/>
                <a:gd name="csY9" fmla="*/ 1573694 h 4242127"/>
                <a:gd name="csX10" fmla="*/ 2211095 w 3608132"/>
                <a:gd name="csY10" fmla="*/ 536760 h 4242127"/>
                <a:gd name="csX11" fmla="*/ 2041279 w 3608132"/>
                <a:gd name="csY11" fmla="*/ 161292 h 4242127"/>
                <a:gd name="csX0" fmla="*/ 2060987 w 3627840"/>
                <a:gd name="csY0" fmla="*/ 161292 h 4242127"/>
                <a:gd name="csX1" fmla="*/ 2437845 w 3627840"/>
                <a:gd name="csY1" fmla="*/ 0 h 4242127"/>
                <a:gd name="csX2" fmla="*/ 3627840 w 3627840"/>
                <a:gd name="csY2" fmla="*/ 2386032 h 4242127"/>
                <a:gd name="csX3" fmla="*/ 3040986 w 3627840"/>
                <a:gd name="csY3" fmla="*/ 3962348 h 4242127"/>
                <a:gd name="csX4" fmla="*/ 2447308 w 3627840"/>
                <a:gd name="csY4" fmla="*/ 4242127 h 4242127"/>
                <a:gd name="csX5" fmla="*/ 2003756 w 3627840"/>
                <a:gd name="csY5" fmla="*/ 3163954 h 4242127"/>
                <a:gd name="csX6" fmla="*/ 1601147 w 3627840"/>
                <a:gd name="csY6" fmla="*/ 3341375 h 4242127"/>
                <a:gd name="csX7" fmla="*/ 1062060 w 3627840"/>
                <a:gd name="csY7" fmla="*/ 2133548 h 4242127"/>
                <a:gd name="csX8" fmla="*/ 0 w 3627840"/>
                <a:gd name="csY8" fmla="*/ 2204426 h 4242127"/>
                <a:gd name="csX9" fmla="*/ 19708 w 3627840"/>
                <a:gd name="csY9" fmla="*/ 1573694 h 4242127"/>
                <a:gd name="csX10" fmla="*/ 2230803 w 3627840"/>
                <a:gd name="csY10" fmla="*/ 536760 h 4242127"/>
                <a:gd name="csX11" fmla="*/ 2060987 w 3627840"/>
                <a:gd name="csY11" fmla="*/ 161292 h 4242127"/>
                <a:gd name="csX0" fmla="*/ 2060987 w 3627840"/>
                <a:gd name="csY0" fmla="*/ 161292 h 4242127"/>
                <a:gd name="csX1" fmla="*/ 2437845 w 3627840"/>
                <a:gd name="csY1" fmla="*/ 0 h 4242127"/>
                <a:gd name="csX2" fmla="*/ 3627840 w 3627840"/>
                <a:gd name="csY2" fmla="*/ 2386032 h 4242127"/>
                <a:gd name="csX3" fmla="*/ 3040986 w 3627840"/>
                <a:gd name="csY3" fmla="*/ 3962348 h 4242127"/>
                <a:gd name="csX4" fmla="*/ 2447308 w 3627840"/>
                <a:gd name="csY4" fmla="*/ 4242127 h 4242127"/>
                <a:gd name="csX5" fmla="*/ 2003756 w 3627840"/>
                <a:gd name="csY5" fmla="*/ 3163954 h 4242127"/>
                <a:gd name="csX6" fmla="*/ 1601147 w 3627840"/>
                <a:gd name="csY6" fmla="*/ 3341375 h 4242127"/>
                <a:gd name="csX7" fmla="*/ 1085327 w 3627840"/>
                <a:gd name="csY7" fmla="*/ 2217310 h 4242127"/>
                <a:gd name="csX8" fmla="*/ 0 w 3627840"/>
                <a:gd name="csY8" fmla="*/ 2204426 h 4242127"/>
                <a:gd name="csX9" fmla="*/ 19708 w 3627840"/>
                <a:gd name="csY9" fmla="*/ 1573694 h 4242127"/>
                <a:gd name="csX10" fmla="*/ 2230803 w 3627840"/>
                <a:gd name="csY10" fmla="*/ 536760 h 4242127"/>
                <a:gd name="csX11" fmla="*/ 2060987 w 3627840"/>
                <a:gd name="csY11" fmla="*/ 161292 h 4242127"/>
                <a:gd name="csX0" fmla="*/ 2060987 w 3627840"/>
                <a:gd name="csY0" fmla="*/ 161292 h 4242127"/>
                <a:gd name="csX1" fmla="*/ 2437845 w 3627840"/>
                <a:gd name="csY1" fmla="*/ 0 h 4242127"/>
                <a:gd name="csX2" fmla="*/ 3627840 w 3627840"/>
                <a:gd name="csY2" fmla="*/ 2386032 h 4242127"/>
                <a:gd name="csX3" fmla="*/ 3040986 w 3627840"/>
                <a:gd name="csY3" fmla="*/ 3962348 h 4242127"/>
                <a:gd name="csX4" fmla="*/ 2447308 w 3627840"/>
                <a:gd name="csY4" fmla="*/ 4242127 h 4242127"/>
                <a:gd name="csX5" fmla="*/ 2003756 w 3627840"/>
                <a:gd name="csY5" fmla="*/ 3163954 h 4242127"/>
                <a:gd name="csX6" fmla="*/ 1601147 w 3627840"/>
                <a:gd name="csY6" fmla="*/ 3341375 h 4242127"/>
                <a:gd name="csX7" fmla="*/ 1120227 w 3627840"/>
                <a:gd name="csY7" fmla="*/ 2110281 h 4242127"/>
                <a:gd name="csX8" fmla="*/ 0 w 3627840"/>
                <a:gd name="csY8" fmla="*/ 2204426 h 4242127"/>
                <a:gd name="csX9" fmla="*/ 19708 w 3627840"/>
                <a:gd name="csY9" fmla="*/ 1573694 h 4242127"/>
                <a:gd name="csX10" fmla="*/ 2230803 w 3627840"/>
                <a:gd name="csY10" fmla="*/ 536760 h 4242127"/>
                <a:gd name="csX11" fmla="*/ 2060987 w 3627840"/>
                <a:gd name="csY11" fmla="*/ 161292 h 4242127"/>
                <a:gd name="csX0" fmla="*/ 2060987 w 3627840"/>
                <a:gd name="csY0" fmla="*/ 161292 h 4242127"/>
                <a:gd name="csX1" fmla="*/ 2437845 w 3627840"/>
                <a:gd name="csY1" fmla="*/ 0 h 4242127"/>
                <a:gd name="csX2" fmla="*/ 3627840 w 3627840"/>
                <a:gd name="csY2" fmla="*/ 2386032 h 4242127"/>
                <a:gd name="csX3" fmla="*/ 3040986 w 3627840"/>
                <a:gd name="csY3" fmla="*/ 3962348 h 4242127"/>
                <a:gd name="csX4" fmla="*/ 2447308 w 3627840"/>
                <a:gd name="csY4" fmla="*/ 4242127 h 4242127"/>
                <a:gd name="csX5" fmla="*/ 2003756 w 3627840"/>
                <a:gd name="csY5" fmla="*/ 3163954 h 4242127"/>
                <a:gd name="csX6" fmla="*/ 1601147 w 3627840"/>
                <a:gd name="csY6" fmla="*/ 3341375 h 4242127"/>
                <a:gd name="csX7" fmla="*/ 1078346 w 3627840"/>
                <a:gd name="csY7" fmla="*/ 2147509 h 4242127"/>
                <a:gd name="csX8" fmla="*/ 0 w 3627840"/>
                <a:gd name="csY8" fmla="*/ 2204426 h 4242127"/>
                <a:gd name="csX9" fmla="*/ 19708 w 3627840"/>
                <a:gd name="csY9" fmla="*/ 1573694 h 4242127"/>
                <a:gd name="csX10" fmla="*/ 2230803 w 3627840"/>
                <a:gd name="csY10" fmla="*/ 536760 h 4242127"/>
                <a:gd name="csX11" fmla="*/ 2060987 w 3627840"/>
                <a:gd name="csY11" fmla="*/ 161292 h 4242127"/>
                <a:gd name="csX0" fmla="*/ 2056334 w 3623187"/>
                <a:gd name="csY0" fmla="*/ 161292 h 4242127"/>
                <a:gd name="csX1" fmla="*/ 2433192 w 3623187"/>
                <a:gd name="csY1" fmla="*/ 0 h 4242127"/>
                <a:gd name="csX2" fmla="*/ 3623187 w 3623187"/>
                <a:gd name="csY2" fmla="*/ 2386032 h 4242127"/>
                <a:gd name="csX3" fmla="*/ 3036333 w 3623187"/>
                <a:gd name="csY3" fmla="*/ 3962348 h 4242127"/>
                <a:gd name="csX4" fmla="*/ 2442655 w 3623187"/>
                <a:gd name="csY4" fmla="*/ 4242127 h 4242127"/>
                <a:gd name="csX5" fmla="*/ 1999103 w 3623187"/>
                <a:gd name="csY5" fmla="*/ 3163954 h 4242127"/>
                <a:gd name="csX6" fmla="*/ 1596494 w 3623187"/>
                <a:gd name="csY6" fmla="*/ 3341375 h 4242127"/>
                <a:gd name="csX7" fmla="*/ 1073693 w 3623187"/>
                <a:gd name="csY7" fmla="*/ 2147509 h 4242127"/>
                <a:gd name="csX8" fmla="*/ 0 w 3623187"/>
                <a:gd name="csY8" fmla="*/ 2169526 h 4242127"/>
                <a:gd name="csX9" fmla="*/ 15055 w 3623187"/>
                <a:gd name="csY9" fmla="*/ 1573694 h 4242127"/>
                <a:gd name="csX10" fmla="*/ 2226150 w 3623187"/>
                <a:gd name="csY10" fmla="*/ 536760 h 4242127"/>
                <a:gd name="csX11" fmla="*/ 2056334 w 3623187"/>
                <a:gd name="csY11" fmla="*/ 161292 h 4242127"/>
                <a:gd name="csX0" fmla="*/ 2056334 w 3623187"/>
                <a:gd name="csY0" fmla="*/ 161292 h 4242127"/>
                <a:gd name="csX1" fmla="*/ 2433192 w 3623187"/>
                <a:gd name="csY1" fmla="*/ 0 h 4242127"/>
                <a:gd name="csX2" fmla="*/ 3623187 w 3623187"/>
                <a:gd name="csY2" fmla="*/ 2386032 h 4242127"/>
                <a:gd name="csX3" fmla="*/ 3036333 w 3623187"/>
                <a:gd name="csY3" fmla="*/ 3962348 h 4242127"/>
                <a:gd name="csX4" fmla="*/ 2442655 w 3623187"/>
                <a:gd name="csY4" fmla="*/ 4242127 h 4242127"/>
                <a:gd name="csX5" fmla="*/ 1999103 w 3623187"/>
                <a:gd name="csY5" fmla="*/ 3163954 h 4242127"/>
                <a:gd name="csX6" fmla="*/ 1596494 w 3623187"/>
                <a:gd name="csY6" fmla="*/ 3341375 h 4242127"/>
                <a:gd name="csX7" fmla="*/ 1073693 w 3623187"/>
                <a:gd name="csY7" fmla="*/ 2147509 h 4242127"/>
                <a:gd name="csX8" fmla="*/ 0 w 3623187"/>
                <a:gd name="csY8" fmla="*/ 2157892 h 4242127"/>
                <a:gd name="csX9" fmla="*/ 15055 w 3623187"/>
                <a:gd name="csY9" fmla="*/ 1573694 h 4242127"/>
                <a:gd name="csX10" fmla="*/ 2226150 w 3623187"/>
                <a:gd name="csY10" fmla="*/ 536760 h 4242127"/>
                <a:gd name="csX11" fmla="*/ 2056334 w 3623187"/>
                <a:gd name="csY11" fmla="*/ 161292 h 4242127"/>
                <a:gd name="csX0" fmla="*/ 2056334 w 3623187"/>
                <a:gd name="csY0" fmla="*/ 161292 h 4242127"/>
                <a:gd name="csX1" fmla="*/ 2433192 w 3623187"/>
                <a:gd name="csY1" fmla="*/ 0 h 4242127"/>
                <a:gd name="csX2" fmla="*/ 3623187 w 3623187"/>
                <a:gd name="csY2" fmla="*/ 2386032 h 4242127"/>
                <a:gd name="csX3" fmla="*/ 3036333 w 3623187"/>
                <a:gd name="csY3" fmla="*/ 3962348 h 4242127"/>
                <a:gd name="csX4" fmla="*/ 2442655 w 3623187"/>
                <a:gd name="csY4" fmla="*/ 4242127 h 4242127"/>
                <a:gd name="csX5" fmla="*/ 1999103 w 3623187"/>
                <a:gd name="csY5" fmla="*/ 3163954 h 4242127"/>
                <a:gd name="csX6" fmla="*/ 1596494 w 3623187"/>
                <a:gd name="csY6" fmla="*/ 3341375 h 4242127"/>
                <a:gd name="csX7" fmla="*/ 1089980 w 3623187"/>
                <a:gd name="csY7" fmla="*/ 2147509 h 4242127"/>
                <a:gd name="csX8" fmla="*/ 0 w 3623187"/>
                <a:gd name="csY8" fmla="*/ 2157892 h 4242127"/>
                <a:gd name="csX9" fmla="*/ 15055 w 3623187"/>
                <a:gd name="csY9" fmla="*/ 1573694 h 4242127"/>
                <a:gd name="csX10" fmla="*/ 2226150 w 3623187"/>
                <a:gd name="csY10" fmla="*/ 536760 h 4242127"/>
                <a:gd name="csX11" fmla="*/ 2056334 w 3623187"/>
                <a:gd name="csY11" fmla="*/ 161292 h 4242127"/>
                <a:gd name="csX0" fmla="*/ 2056334 w 3623187"/>
                <a:gd name="csY0" fmla="*/ 161292 h 4242127"/>
                <a:gd name="csX1" fmla="*/ 2433192 w 3623187"/>
                <a:gd name="csY1" fmla="*/ 0 h 4242127"/>
                <a:gd name="csX2" fmla="*/ 3623187 w 3623187"/>
                <a:gd name="csY2" fmla="*/ 2386032 h 4242127"/>
                <a:gd name="csX3" fmla="*/ 3036333 w 3623187"/>
                <a:gd name="csY3" fmla="*/ 3962348 h 4242127"/>
                <a:gd name="csX4" fmla="*/ 2442655 w 3623187"/>
                <a:gd name="csY4" fmla="*/ 4242127 h 4242127"/>
                <a:gd name="csX5" fmla="*/ 1999103 w 3623187"/>
                <a:gd name="csY5" fmla="*/ 3163954 h 4242127"/>
                <a:gd name="csX6" fmla="*/ 1598821 w 3623187"/>
                <a:gd name="csY6" fmla="*/ 3315781 h 4242127"/>
                <a:gd name="csX7" fmla="*/ 1089980 w 3623187"/>
                <a:gd name="csY7" fmla="*/ 2147509 h 4242127"/>
                <a:gd name="csX8" fmla="*/ 0 w 3623187"/>
                <a:gd name="csY8" fmla="*/ 2157892 h 4242127"/>
                <a:gd name="csX9" fmla="*/ 15055 w 3623187"/>
                <a:gd name="csY9" fmla="*/ 1573694 h 4242127"/>
                <a:gd name="csX10" fmla="*/ 2226150 w 3623187"/>
                <a:gd name="csY10" fmla="*/ 536760 h 4242127"/>
                <a:gd name="csX11" fmla="*/ 2056334 w 3623187"/>
                <a:gd name="csY11" fmla="*/ 161292 h 4242127"/>
                <a:gd name="csX0" fmla="*/ 2056334 w 3623187"/>
                <a:gd name="csY0" fmla="*/ 161292 h 4242127"/>
                <a:gd name="csX1" fmla="*/ 2433192 w 3623187"/>
                <a:gd name="csY1" fmla="*/ 0 h 4242127"/>
                <a:gd name="csX2" fmla="*/ 3623187 w 3623187"/>
                <a:gd name="csY2" fmla="*/ 2386032 h 4242127"/>
                <a:gd name="csX3" fmla="*/ 3036333 w 3623187"/>
                <a:gd name="csY3" fmla="*/ 3962348 h 4242127"/>
                <a:gd name="csX4" fmla="*/ 2442655 w 3623187"/>
                <a:gd name="csY4" fmla="*/ 4242127 h 4242127"/>
                <a:gd name="csX5" fmla="*/ 1996776 w 3623187"/>
                <a:gd name="csY5" fmla="*/ 3180241 h 4242127"/>
                <a:gd name="csX6" fmla="*/ 1598821 w 3623187"/>
                <a:gd name="csY6" fmla="*/ 3315781 h 4242127"/>
                <a:gd name="csX7" fmla="*/ 1089980 w 3623187"/>
                <a:gd name="csY7" fmla="*/ 2147509 h 4242127"/>
                <a:gd name="csX8" fmla="*/ 0 w 3623187"/>
                <a:gd name="csY8" fmla="*/ 2157892 h 4242127"/>
                <a:gd name="csX9" fmla="*/ 15055 w 3623187"/>
                <a:gd name="csY9" fmla="*/ 1573694 h 4242127"/>
                <a:gd name="csX10" fmla="*/ 2226150 w 3623187"/>
                <a:gd name="csY10" fmla="*/ 536760 h 4242127"/>
                <a:gd name="csX11" fmla="*/ 2056334 w 3623187"/>
                <a:gd name="csY11" fmla="*/ 161292 h 4242127"/>
                <a:gd name="csX0" fmla="*/ 2056334 w 3623187"/>
                <a:gd name="csY0" fmla="*/ 161292 h 4242127"/>
                <a:gd name="csX1" fmla="*/ 2433192 w 3623187"/>
                <a:gd name="csY1" fmla="*/ 0 h 4242127"/>
                <a:gd name="csX2" fmla="*/ 3623187 w 3623187"/>
                <a:gd name="csY2" fmla="*/ 2386032 h 4242127"/>
                <a:gd name="csX3" fmla="*/ 3036333 w 3623187"/>
                <a:gd name="csY3" fmla="*/ 3962348 h 4242127"/>
                <a:gd name="csX4" fmla="*/ 2442655 w 3623187"/>
                <a:gd name="csY4" fmla="*/ 4242127 h 4242127"/>
                <a:gd name="csX5" fmla="*/ 1996776 w 3623187"/>
                <a:gd name="csY5" fmla="*/ 3180241 h 4242127"/>
                <a:gd name="csX6" fmla="*/ 1594168 w 3623187"/>
                <a:gd name="csY6" fmla="*/ 3308801 h 4242127"/>
                <a:gd name="csX7" fmla="*/ 1089980 w 3623187"/>
                <a:gd name="csY7" fmla="*/ 2147509 h 4242127"/>
                <a:gd name="csX8" fmla="*/ 0 w 3623187"/>
                <a:gd name="csY8" fmla="*/ 2157892 h 4242127"/>
                <a:gd name="csX9" fmla="*/ 15055 w 3623187"/>
                <a:gd name="csY9" fmla="*/ 1573694 h 4242127"/>
                <a:gd name="csX10" fmla="*/ 2226150 w 3623187"/>
                <a:gd name="csY10" fmla="*/ 536760 h 4242127"/>
                <a:gd name="csX11" fmla="*/ 2056334 w 3623187"/>
                <a:gd name="csY11" fmla="*/ 161292 h 4242127"/>
                <a:gd name="csX0" fmla="*/ 2056334 w 3623187"/>
                <a:gd name="csY0" fmla="*/ 161292 h 4242127"/>
                <a:gd name="csX1" fmla="*/ 2433192 w 3623187"/>
                <a:gd name="csY1" fmla="*/ 0 h 4242127"/>
                <a:gd name="csX2" fmla="*/ 3623187 w 3623187"/>
                <a:gd name="csY2" fmla="*/ 2386032 h 4242127"/>
                <a:gd name="csX3" fmla="*/ 3036333 w 3623187"/>
                <a:gd name="csY3" fmla="*/ 3962348 h 4242127"/>
                <a:gd name="csX4" fmla="*/ 2442655 w 3623187"/>
                <a:gd name="csY4" fmla="*/ 4242127 h 4242127"/>
                <a:gd name="csX5" fmla="*/ 1996776 w 3623187"/>
                <a:gd name="csY5" fmla="*/ 3180241 h 4242127"/>
                <a:gd name="csX6" fmla="*/ 1596495 w 3623187"/>
                <a:gd name="csY6" fmla="*/ 3318108 h 4242127"/>
                <a:gd name="csX7" fmla="*/ 1089980 w 3623187"/>
                <a:gd name="csY7" fmla="*/ 2147509 h 4242127"/>
                <a:gd name="csX8" fmla="*/ 0 w 3623187"/>
                <a:gd name="csY8" fmla="*/ 2157892 h 4242127"/>
                <a:gd name="csX9" fmla="*/ 15055 w 3623187"/>
                <a:gd name="csY9" fmla="*/ 1573694 h 4242127"/>
                <a:gd name="csX10" fmla="*/ 2226150 w 3623187"/>
                <a:gd name="csY10" fmla="*/ 536760 h 4242127"/>
                <a:gd name="csX11" fmla="*/ 2056334 w 3623187"/>
                <a:gd name="csY11" fmla="*/ 161292 h 4242127"/>
                <a:gd name="csX0" fmla="*/ 2056334 w 3599920"/>
                <a:gd name="csY0" fmla="*/ 161292 h 4242127"/>
                <a:gd name="csX1" fmla="*/ 2433192 w 3599920"/>
                <a:gd name="csY1" fmla="*/ 0 h 4242127"/>
                <a:gd name="csX2" fmla="*/ 3599920 w 3599920"/>
                <a:gd name="csY2" fmla="*/ 2418606 h 4242127"/>
                <a:gd name="csX3" fmla="*/ 3036333 w 3599920"/>
                <a:gd name="csY3" fmla="*/ 3962348 h 4242127"/>
                <a:gd name="csX4" fmla="*/ 2442655 w 3599920"/>
                <a:gd name="csY4" fmla="*/ 4242127 h 4242127"/>
                <a:gd name="csX5" fmla="*/ 1996776 w 3599920"/>
                <a:gd name="csY5" fmla="*/ 3180241 h 4242127"/>
                <a:gd name="csX6" fmla="*/ 1596495 w 3599920"/>
                <a:gd name="csY6" fmla="*/ 3318108 h 4242127"/>
                <a:gd name="csX7" fmla="*/ 1089980 w 3599920"/>
                <a:gd name="csY7" fmla="*/ 2147509 h 4242127"/>
                <a:gd name="csX8" fmla="*/ 0 w 3599920"/>
                <a:gd name="csY8" fmla="*/ 2157892 h 4242127"/>
                <a:gd name="csX9" fmla="*/ 15055 w 3599920"/>
                <a:gd name="csY9" fmla="*/ 1573694 h 4242127"/>
                <a:gd name="csX10" fmla="*/ 2226150 w 3599920"/>
                <a:gd name="csY10" fmla="*/ 536760 h 4242127"/>
                <a:gd name="csX11" fmla="*/ 2056334 w 3599920"/>
                <a:gd name="csY11" fmla="*/ 161292 h 4242127"/>
                <a:gd name="csX0" fmla="*/ 2138809 w 3682395"/>
                <a:gd name="csY0" fmla="*/ 161292 h 4242127"/>
                <a:gd name="csX1" fmla="*/ 2515667 w 3682395"/>
                <a:gd name="csY1" fmla="*/ 0 h 4242127"/>
                <a:gd name="csX2" fmla="*/ 3682395 w 3682395"/>
                <a:gd name="csY2" fmla="*/ 2418606 h 4242127"/>
                <a:gd name="csX3" fmla="*/ 3118808 w 3682395"/>
                <a:gd name="csY3" fmla="*/ 3962348 h 4242127"/>
                <a:gd name="csX4" fmla="*/ 2525130 w 3682395"/>
                <a:gd name="csY4" fmla="*/ 4242127 h 4242127"/>
                <a:gd name="csX5" fmla="*/ 2079251 w 3682395"/>
                <a:gd name="csY5" fmla="*/ 3180241 h 4242127"/>
                <a:gd name="csX6" fmla="*/ 1678970 w 3682395"/>
                <a:gd name="csY6" fmla="*/ 3318108 h 4242127"/>
                <a:gd name="csX7" fmla="*/ 1172455 w 3682395"/>
                <a:gd name="csY7" fmla="*/ 2147509 h 4242127"/>
                <a:gd name="csX8" fmla="*/ 0 w 3682395"/>
                <a:gd name="csY8" fmla="*/ 3922146 h 4242127"/>
                <a:gd name="csX9" fmla="*/ 97530 w 3682395"/>
                <a:gd name="csY9" fmla="*/ 1573694 h 4242127"/>
                <a:gd name="csX10" fmla="*/ 2308625 w 3682395"/>
                <a:gd name="csY10" fmla="*/ 536760 h 4242127"/>
                <a:gd name="csX11" fmla="*/ 2138809 w 3682395"/>
                <a:gd name="csY11" fmla="*/ 161292 h 4242127"/>
                <a:gd name="csX0" fmla="*/ 2138809 w 3682395"/>
                <a:gd name="csY0" fmla="*/ 161292 h 4242127"/>
                <a:gd name="csX1" fmla="*/ 2515667 w 3682395"/>
                <a:gd name="csY1" fmla="*/ 0 h 4242127"/>
                <a:gd name="csX2" fmla="*/ 3682395 w 3682395"/>
                <a:gd name="csY2" fmla="*/ 2418606 h 4242127"/>
                <a:gd name="csX3" fmla="*/ 3118808 w 3682395"/>
                <a:gd name="csY3" fmla="*/ 3962348 h 4242127"/>
                <a:gd name="csX4" fmla="*/ 2525130 w 3682395"/>
                <a:gd name="csY4" fmla="*/ 4242127 h 4242127"/>
                <a:gd name="csX5" fmla="*/ 2079251 w 3682395"/>
                <a:gd name="csY5" fmla="*/ 3180241 h 4242127"/>
                <a:gd name="csX6" fmla="*/ 1678970 w 3682395"/>
                <a:gd name="csY6" fmla="*/ 3318108 h 4242127"/>
                <a:gd name="csX7" fmla="*/ 1150940 w 3682395"/>
                <a:gd name="csY7" fmla="*/ 3875904 h 4242127"/>
                <a:gd name="csX8" fmla="*/ 0 w 3682395"/>
                <a:gd name="csY8" fmla="*/ 3922146 h 4242127"/>
                <a:gd name="csX9" fmla="*/ 97530 w 3682395"/>
                <a:gd name="csY9" fmla="*/ 1573694 h 4242127"/>
                <a:gd name="csX10" fmla="*/ 2308625 w 3682395"/>
                <a:gd name="csY10" fmla="*/ 536760 h 4242127"/>
                <a:gd name="csX11" fmla="*/ 2138809 w 3682395"/>
                <a:gd name="csY11" fmla="*/ 161292 h 4242127"/>
                <a:gd name="csX0" fmla="*/ 2138809 w 3682395"/>
                <a:gd name="csY0" fmla="*/ 161292 h 4242127"/>
                <a:gd name="csX1" fmla="*/ 2515667 w 3682395"/>
                <a:gd name="csY1" fmla="*/ 0 h 4242127"/>
                <a:gd name="csX2" fmla="*/ 3682395 w 3682395"/>
                <a:gd name="csY2" fmla="*/ 2418606 h 4242127"/>
                <a:gd name="csX3" fmla="*/ 3118808 w 3682395"/>
                <a:gd name="csY3" fmla="*/ 3962348 h 4242127"/>
                <a:gd name="csX4" fmla="*/ 2525130 w 3682395"/>
                <a:gd name="csY4" fmla="*/ 4242127 h 4242127"/>
                <a:gd name="csX5" fmla="*/ 2079251 w 3682395"/>
                <a:gd name="csY5" fmla="*/ 3180241 h 4242127"/>
                <a:gd name="csX6" fmla="*/ 1750687 w 3682395"/>
                <a:gd name="csY6" fmla="*/ 3873919 h 4242127"/>
                <a:gd name="csX7" fmla="*/ 1150940 w 3682395"/>
                <a:gd name="csY7" fmla="*/ 3875904 h 4242127"/>
                <a:gd name="csX8" fmla="*/ 0 w 3682395"/>
                <a:gd name="csY8" fmla="*/ 3922146 h 4242127"/>
                <a:gd name="csX9" fmla="*/ 97530 w 3682395"/>
                <a:gd name="csY9" fmla="*/ 1573694 h 4242127"/>
                <a:gd name="csX10" fmla="*/ 2308625 w 3682395"/>
                <a:gd name="csY10" fmla="*/ 536760 h 4242127"/>
                <a:gd name="csX11" fmla="*/ 2138809 w 3682395"/>
                <a:gd name="csY11" fmla="*/ 161292 h 4242127"/>
                <a:gd name="csX0" fmla="*/ 2138809 w 3682395"/>
                <a:gd name="csY0" fmla="*/ 161292 h 4242127"/>
                <a:gd name="csX1" fmla="*/ 2515667 w 3682395"/>
                <a:gd name="csY1" fmla="*/ 0 h 4242127"/>
                <a:gd name="csX2" fmla="*/ 3682395 w 3682395"/>
                <a:gd name="csY2" fmla="*/ 2418606 h 4242127"/>
                <a:gd name="csX3" fmla="*/ 3118808 w 3682395"/>
                <a:gd name="csY3" fmla="*/ 3962348 h 4242127"/>
                <a:gd name="csX4" fmla="*/ 2525130 w 3682395"/>
                <a:gd name="csY4" fmla="*/ 4242127 h 4242127"/>
                <a:gd name="csX5" fmla="*/ 2348193 w 3682395"/>
                <a:gd name="csY5" fmla="*/ 3807771 h 4242127"/>
                <a:gd name="csX6" fmla="*/ 1750687 w 3682395"/>
                <a:gd name="csY6" fmla="*/ 3873919 h 4242127"/>
                <a:gd name="csX7" fmla="*/ 1150940 w 3682395"/>
                <a:gd name="csY7" fmla="*/ 3875904 h 4242127"/>
                <a:gd name="csX8" fmla="*/ 0 w 3682395"/>
                <a:gd name="csY8" fmla="*/ 3922146 h 4242127"/>
                <a:gd name="csX9" fmla="*/ 97530 w 3682395"/>
                <a:gd name="csY9" fmla="*/ 1573694 h 4242127"/>
                <a:gd name="csX10" fmla="*/ 2308625 w 3682395"/>
                <a:gd name="csY10" fmla="*/ 536760 h 4242127"/>
                <a:gd name="csX11" fmla="*/ 2138809 w 3682395"/>
                <a:gd name="csY11" fmla="*/ 161292 h 4242127"/>
                <a:gd name="csX0" fmla="*/ 2138809 w 3682395"/>
                <a:gd name="csY0" fmla="*/ 161292 h 4242127"/>
                <a:gd name="csX1" fmla="*/ 2515667 w 3682395"/>
                <a:gd name="csY1" fmla="*/ 0 h 4242127"/>
                <a:gd name="csX2" fmla="*/ 3682395 w 3682395"/>
                <a:gd name="csY2" fmla="*/ 2418606 h 4242127"/>
                <a:gd name="csX3" fmla="*/ 3118808 w 3682395"/>
                <a:gd name="csY3" fmla="*/ 3962348 h 4242127"/>
                <a:gd name="csX4" fmla="*/ 2525130 w 3682395"/>
                <a:gd name="csY4" fmla="*/ 4242127 h 4242127"/>
                <a:gd name="csX5" fmla="*/ 2358951 w 3682395"/>
                <a:gd name="csY5" fmla="*/ 3843630 h 4242127"/>
                <a:gd name="csX6" fmla="*/ 1750687 w 3682395"/>
                <a:gd name="csY6" fmla="*/ 3873919 h 4242127"/>
                <a:gd name="csX7" fmla="*/ 1150940 w 3682395"/>
                <a:gd name="csY7" fmla="*/ 3875904 h 4242127"/>
                <a:gd name="csX8" fmla="*/ 0 w 3682395"/>
                <a:gd name="csY8" fmla="*/ 3922146 h 4242127"/>
                <a:gd name="csX9" fmla="*/ 97530 w 3682395"/>
                <a:gd name="csY9" fmla="*/ 1573694 h 4242127"/>
                <a:gd name="csX10" fmla="*/ 2308625 w 3682395"/>
                <a:gd name="csY10" fmla="*/ 536760 h 4242127"/>
                <a:gd name="csX11" fmla="*/ 2138809 w 3682395"/>
                <a:gd name="csY11" fmla="*/ 161292 h 4242127"/>
                <a:gd name="csX0" fmla="*/ 2138809 w 3682395"/>
                <a:gd name="csY0" fmla="*/ 161292 h 4242127"/>
                <a:gd name="csX1" fmla="*/ 2515667 w 3682395"/>
                <a:gd name="csY1" fmla="*/ 0 h 4242127"/>
                <a:gd name="csX2" fmla="*/ 3682395 w 3682395"/>
                <a:gd name="csY2" fmla="*/ 2418606 h 4242127"/>
                <a:gd name="csX3" fmla="*/ 3118808 w 3682395"/>
                <a:gd name="csY3" fmla="*/ 3962348 h 4242127"/>
                <a:gd name="csX4" fmla="*/ 2525130 w 3682395"/>
                <a:gd name="csY4" fmla="*/ 4242127 h 4242127"/>
                <a:gd name="csX5" fmla="*/ 2362537 w 3682395"/>
                <a:gd name="csY5" fmla="*/ 3854388 h 4242127"/>
                <a:gd name="csX6" fmla="*/ 1750687 w 3682395"/>
                <a:gd name="csY6" fmla="*/ 3873919 h 4242127"/>
                <a:gd name="csX7" fmla="*/ 1150940 w 3682395"/>
                <a:gd name="csY7" fmla="*/ 3875904 h 4242127"/>
                <a:gd name="csX8" fmla="*/ 0 w 3682395"/>
                <a:gd name="csY8" fmla="*/ 3922146 h 4242127"/>
                <a:gd name="csX9" fmla="*/ 97530 w 3682395"/>
                <a:gd name="csY9" fmla="*/ 1573694 h 4242127"/>
                <a:gd name="csX10" fmla="*/ 2308625 w 3682395"/>
                <a:gd name="csY10" fmla="*/ 536760 h 4242127"/>
                <a:gd name="csX11" fmla="*/ 2138809 w 3682395"/>
                <a:gd name="csY11" fmla="*/ 161292 h 4242127"/>
                <a:gd name="csX0" fmla="*/ 2131637 w 3675223"/>
                <a:gd name="csY0" fmla="*/ 161292 h 4242127"/>
                <a:gd name="csX1" fmla="*/ 2508495 w 3675223"/>
                <a:gd name="csY1" fmla="*/ 0 h 4242127"/>
                <a:gd name="csX2" fmla="*/ 3675223 w 3675223"/>
                <a:gd name="csY2" fmla="*/ 2418606 h 4242127"/>
                <a:gd name="csX3" fmla="*/ 3111636 w 3675223"/>
                <a:gd name="csY3" fmla="*/ 3962348 h 4242127"/>
                <a:gd name="csX4" fmla="*/ 2517958 w 3675223"/>
                <a:gd name="csY4" fmla="*/ 4242127 h 4242127"/>
                <a:gd name="csX5" fmla="*/ 2355365 w 3675223"/>
                <a:gd name="csY5" fmla="*/ 3854388 h 4242127"/>
                <a:gd name="csX6" fmla="*/ 1743515 w 3675223"/>
                <a:gd name="csY6" fmla="*/ 3873919 h 4242127"/>
                <a:gd name="csX7" fmla="*/ 1143768 w 3675223"/>
                <a:gd name="csY7" fmla="*/ 3875904 h 4242127"/>
                <a:gd name="csX8" fmla="*/ 0 w 3675223"/>
                <a:gd name="csY8" fmla="*/ 3893459 h 4242127"/>
                <a:gd name="csX9" fmla="*/ 90358 w 3675223"/>
                <a:gd name="csY9" fmla="*/ 1573694 h 4242127"/>
                <a:gd name="csX10" fmla="*/ 2301453 w 3675223"/>
                <a:gd name="csY10" fmla="*/ 536760 h 4242127"/>
                <a:gd name="csX11" fmla="*/ 2131637 w 3675223"/>
                <a:gd name="csY11" fmla="*/ 161292 h 4242127"/>
                <a:gd name="csX0" fmla="*/ 2124466 w 3668052"/>
                <a:gd name="csY0" fmla="*/ 161292 h 4242127"/>
                <a:gd name="csX1" fmla="*/ 2501324 w 3668052"/>
                <a:gd name="csY1" fmla="*/ 0 h 4242127"/>
                <a:gd name="csX2" fmla="*/ 3668052 w 3668052"/>
                <a:gd name="csY2" fmla="*/ 2418606 h 4242127"/>
                <a:gd name="csX3" fmla="*/ 3104465 w 3668052"/>
                <a:gd name="csY3" fmla="*/ 3962348 h 4242127"/>
                <a:gd name="csX4" fmla="*/ 2510787 w 3668052"/>
                <a:gd name="csY4" fmla="*/ 4242127 h 4242127"/>
                <a:gd name="csX5" fmla="*/ 2348194 w 3668052"/>
                <a:gd name="csY5" fmla="*/ 3854388 h 4242127"/>
                <a:gd name="csX6" fmla="*/ 1736344 w 3668052"/>
                <a:gd name="csY6" fmla="*/ 3873919 h 4242127"/>
                <a:gd name="csX7" fmla="*/ 1136597 w 3668052"/>
                <a:gd name="csY7" fmla="*/ 3875904 h 4242127"/>
                <a:gd name="csX8" fmla="*/ 0 w 3668052"/>
                <a:gd name="csY8" fmla="*/ 3893459 h 4242127"/>
                <a:gd name="csX9" fmla="*/ 83187 w 3668052"/>
                <a:gd name="csY9" fmla="*/ 1573694 h 4242127"/>
                <a:gd name="csX10" fmla="*/ 2294282 w 3668052"/>
                <a:gd name="csY10" fmla="*/ 536760 h 4242127"/>
                <a:gd name="csX11" fmla="*/ 2124466 w 3668052"/>
                <a:gd name="csY11" fmla="*/ 161292 h 4242127"/>
                <a:gd name="csX0" fmla="*/ 2124466 w 3668052"/>
                <a:gd name="csY0" fmla="*/ 161292 h 4242127"/>
                <a:gd name="csX1" fmla="*/ 2501324 w 3668052"/>
                <a:gd name="csY1" fmla="*/ 0 h 4242127"/>
                <a:gd name="csX2" fmla="*/ 3668052 w 3668052"/>
                <a:gd name="csY2" fmla="*/ 2418606 h 4242127"/>
                <a:gd name="csX3" fmla="*/ 3104465 w 3668052"/>
                <a:gd name="csY3" fmla="*/ 3962348 h 4242127"/>
                <a:gd name="csX4" fmla="*/ 2510787 w 3668052"/>
                <a:gd name="csY4" fmla="*/ 4242127 h 4242127"/>
                <a:gd name="csX5" fmla="*/ 2333851 w 3668052"/>
                <a:gd name="csY5" fmla="*/ 3861560 h 4242127"/>
                <a:gd name="csX6" fmla="*/ 1736344 w 3668052"/>
                <a:gd name="csY6" fmla="*/ 3873919 h 4242127"/>
                <a:gd name="csX7" fmla="*/ 1136597 w 3668052"/>
                <a:gd name="csY7" fmla="*/ 3875904 h 4242127"/>
                <a:gd name="csX8" fmla="*/ 0 w 3668052"/>
                <a:gd name="csY8" fmla="*/ 3893459 h 4242127"/>
                <a:gd name="csX9" fmla="*/ 83187 w 3668052"/>
                <a:gd name="csY9" fmla="*/ 1573694 h 4242127"/>
                <a:gd name="csX10" fmla="*/ 2294282 w 3668052"/>
                <a:gd name="csY10" fmla="*/ 536760 h 4242127"/>
                <a:gd name="csX11" fmla="*/ 2124466 w 3668052"/>
                <a:gd name="csY11" fmla="*/ 161292 h 4242127"/>
                <a:gd name="csX0" fmla="*/ 2124466 w 3625347"/>
                <a:gd name="csY0" fmla="*/ 161292 h 4242127"/>
                <a:gd name="csX1" fmla="*/ 2501324 w 3625347"/>
                <a:gd name="csY1" fmla="*/ 0 h 4242127"/>
                <a:gd name="csX2" fmla="*/ 3625347 w 3625347"/>
                <a:gd name="csY2" fmla="*/ 2461311 h 4242127"/>
                <a:gd name="csX3" fmla="*/ 3104465 w 3625347"/>
                <a:gd name="csY3" fmla="*/ 3962348 h 4242127"/>
                <a:gd name="csX4" fmla="*/ 2510787 w 3625347"/>
                <a:gd name="csY4" fmla="*/ 4242127 h 4242127"/>
                <a:gd name="csX5" fmla="*/ 2333851 w 3625347"/>
                <a:gd name="csY5" fmla="*/ 3861560 h 4242127"/>
                <a:gd name="csX6" fmla="*/ 1736344 w 3625347"/>
                <a:gd name="csY6" fmla="*/ 3873919 h 4242127"/>
                <a:gd name="csX7" fmla="*/ 1136597 w 3625347"/>
                <a:gd name="csY7" fmla="*/ 3875904 h 4242127"/>
                <a:gd name="csX8" fmla="*/ 0 w 3625347"/>
                <a:gd name="csY8" fmla="*/ 3893459 h 4242127"/>
                <a:gd name="csX9" fmla="*/ 83187 w 3625347"/>
                <a:gd name="csY9" fmla="*/ 1573694 h 4242127"/>
                <a:gd name="csX10" fmla="*/ 2294282 w 3625347"/>
                <a:gd name="csY10" fmla="*/ 536760 h 4242127"/>
                <a:gd name="csX11" fmla="*/ 2124466 w 3625347"/>
                <a:gd name="csY11" fmla="*/ 161292 h 4242127"/>
                <a:gd name="csX0" fmla="*/ 2124466 w 3605250"/>
                <a:gd name="csY0" fmla="*/ 161292 h 4242127"/>
                <a:gd name="csX1" fmla="*/ 2501324 w 3605250"/>
                <a:gd name="csY1" fmla="*/ 0 h 4242127"/>
                <a:gd name="csX2" fmla="*/ 3605250 w 3605250"/>
                <a:gd name="csY2" fmla="*/ 2471360 h 4242127"/>
                <a:gd name="csX3" fmla="*/ 3104465 w 3605250"/>
                <a:gd name="csY3" fmla="*/ 3962348 h 4242127"/>
                <a:gd name="csX4" fmla="*/ 2510787 w 3605250"/>
                <a:gd name="csY4" fmla="*/ 4242127 h 4242127"/>
                <a:gd name="csX5" fmla="*/ 2333851 w 3605250"/>
                <a:gd name="csY5" fmla="*/ 3861560 h 4242127"/>
                <a:gd name="csX6" fmla="*/ 1736344 w 3605250"/>
                <a:gd name="csY6" fmla="*/ 3873919 h 4242127"/>
                <a:gd name="csX7" fmla="*/ 1136597 w 3605250"/>
                <a:gd name="csY7" fmla="*/ 3875904 h 4242127"/>
                <a:gd name="csX8" fmla="*/ 0 w 3605250"/>
                <a:gd name="csY8" fmla="*/ 3893459 h 4242127"/>
                <a:gd name="csX9" fmla="*/ 83187 w 3605250"/>
                <a:gd name="csY9" fmla="*/ 1573694 h 4242127"/>
                <a:gd name="csX10" fmla="*/ 2294282 w 3605250"/>
                <a:gd name="csY10" fmla="*/ 536760 h 4242127"/>
                <a:gd name="csX11" fmla="*/ 2124466 w 3605250"/>
                <a:gd name="csY11" fmla="*/ 161292 h 4242127"/>
                <a:gd name="csX0" fmla="*/ 2124466 w 3620323"/>
                <a:gd name="csY0" fmla="*/ 161292 h 4242127"/>
                <a:gd name="csX1" fmla="*/ 2501324 w 3620323"/>
                <a:gd name="csY1" fmla="*/ 0 h 4242127"/>
                <a:gd name="csX2" fmla="*/ 3620323 w 3620323"/>
                <a:gd name="csY2" fmla="*/ 2451263 h 4242127"/>
                <a:gd name="csX3" fmla="*/ 3104465 w 3620323"/>
                <a:gd name="csY3" fmla="*/ 3962348 h 4242127"/>
                <a:gd name="csX4" fmla="*/ 2510787 w 3620323"/>
                <a:gd name="csY4" fmla="*/ 4242127 h 4242127"/>
                <a:gd name="csX5" fmla="*/ 2333851 w 3620323"/>
                <a:gd name="csY5" fmla="*/ 3861560 h 4242127"/>
                <a:gd name="csX6" fmla="*/ 1736344 w 3620323"/>
                <a:gd name="csY6" fmla="*/ 3873919 h 4242127"/>
                <a:gd name="csX7" fmla="*/ 1136597 w 3620323"/>
                <a:gd name="csY7" fmla="*/ 3875904 h 4242127"/>
                <a:gd name="csX8" fmla="*/ 0 w 3620323"/>
                <a:gd name="csY8" fmla="*/ 3893459 h 4242127"/>
                <a:gd name="csX9" fmla="*/ 83187 w 3620323"/>
                <a:gd name="csY9" fmla="*/ 1573694 h 4242127"/>
                <a:gd name="csX10" fmla="*/ 2294282 w 3620323"/>
                <a:gd name="csY10" fmla="*/ 536760 h 4242127"/>
                <a:gd name="csX11" fmla="*/ 2124466 w 3620323"/>
                <a:gd name="csY11" fmla="*/ 161292 h 4242127"/>
                <a:gd name="csX0" fmla="*/ 2124466 w 3620323"/>
                <a:gd name="csY0" fmla="*/ 161292 h 4242127"/>
                <a:gd name="csX1" fmla="*/ 2501324 w 3620323"/>
                <a:gd name="csY1" fmla="*/ 0 h 4242127"/>
                <a:gd name="csX2" fmla="*/ 3620323 w 3620323"/>
                <a:gd name="csY2" fmla="*/ 2451263 h 4242127"/>
                <a:gd name="csX3" fmla="*/ 3104465 w 3620323"/>
                <a:gd name="csY3" fmla="*/ 3962348 h 4242127"/>
                <a:gd name="csX4" fmla="*/ 2510787 w 3620323"/>
                <a:gd name="csY4" fmla="*/ 4242127 h 4242127"/>
                <a:gd name="csX5" fmla="*/ 2333851 w 3620323"/>
                <a:gd name="csY5" fmla="*/ 3861560 h 4242127"/>
                <a:gd name="csX6" fmla="*/ 1736344 w 3620323"/>
                <a:gd name="csY6" fmla="*/ 3873919 h 4242127"/>
                <a:gd name="csX7" fmla="*/ 1136597 w 3620323"/>
                <a:gd name="csY7" fmla="*/ 3875904 h 4242127"/>
                <a:gd name="csX8" fmla="*/ 0 w 3620323"/>
                <a:gd name="csY8" fmla="*/ 3893459 h 4242127"/>
                <a:gd name="csX9" fmla="*/ 63523 w 3620323"/>
                <a:gd name="csY9" fmla="*/ 1573694 h 4242127"/>
                <a:gd name="csX10" fmla="*/ 2294282 w 3620323"/>
                <a:gd name="csY10" fmla="*/ 536760 h 4242127"/>
                <a:gd name="csX11" fmla="*/ 2124466 w 3620323"/>
                <a:gd name="csY11" fmla="*/ 161292 h 4242127"/>
                <a:gd name="csX0" fmla="*/ 2201296 w 3697153"/>
                <a:gd name="csY0" fmla="*/ 161292 h 4242127"/>
                <a:gd name="csX1" fmla="*/ 2578154 w 3697153"/>
                <a:gd name="csY1" fmla="*/ 0 h 4242127"/>
                <a:gd name="csX2" fmla="*/ 3697153 w 3697153"/>
                <a:gd name="csY2" fmla="*/ 2451263 h 4242127"/>
                <a:gd name="csX3" fmla="*/ 3181295 w 3697153"/>
                <a:gd name="csY3" fmla="*/ 3962348 h 4242127"/>
                <a:gd name="csX4" fmla="*/ 2587617 w 3697153"/>
                <a:gd name="csY4" fmla="*/ 4242127 h 4242127"/>
                <a:gd name="csX5" fmla="*/ 2410681 w 3697153"/>
                <a:gd name="csY5" fmla="*/ 3861560 h 4242127"/>
                <a:gd name="csX6" fmla="*/ 1813174 w 3697153"/>
                <a:gd name="csY6" fmla="*/ 3873919 h 4242127"/>
                <a:gd name="csX7" fmla="*/ 1213427 w 3697153"/>
                <a:gd name="csY7" fmla="*/ 3875904 h 4242127"/>
                <a:gd name="csX8" fmla="*/ 0 w 3697153"/>
                <a:gd name="csY8" fmla="*/ 3850668 h 4242127"/>
                <a:gd name="csX9" fmla="*/ 140353 w 3697153"/>
                <a:gd name="csY9" fmla="*/ 1573694 h 4242127"/>
                <a:gd name="csX10" fmla="*/ 2371112 w 3697153"/>
                <a:gd name="csY10" fmla="*/ 536760 h 4242127"/>
                <a:gd name="csX11" fmla="*/ 2201296 w 3697153"/>
                <a:gd name="csY11" fmla="*/ 161292 h 4242127"/>
                <a:gd name="csX0" fmla="*/ 2201296 w 3697153"/>
                <a:gd name="csY0" fmla="*/ 159979 h 4240814"/>
                <a:gd name="csX1" fmla="*/ 2607622 w 3697153"/>
                <a:gd name="csY1" fmla="*/ 0 h 4240814"/>
                <a:gd name="csX2" fmla="*/ 3697153 w 3697153"/>
                <a:gd name="csY2" fmla="*/ 2449950 h 4240814"/>
                <a:gd name="csX3" fmla="*/ 3181295 w 3697153"/>
                <a:gd name="csY3" fmla="*/ 3961035 h 4240814"/>
                <a:gd name="csX4" fmla="*/ 2587617 w 3697153"/>
                <a:gd name="csY4" fmla="*/ 4240814 h 4240814"/>
                <a:gd name="csX5" fmla="*/ 2410681 w 3697153"/>
                <a:gd name="csY5" fmla="*/ 3860247 h 4240814"/>
                <a:gd name="csX6" fmla="*/ 1813174 w 3697153"/>
                <a:gd name="csY6" fmla="*/ 3872606 h 4240814"/>
                <a:gd name="csX7" fmla="*/ 1213427 w 3697153"/>
                <a:gd name="csY7" fmla="*/ 3874591 h 4240814"/>
                <a:gd name="csX8" fmla="*/ 0 w 3697153"/>
                <a:gd name="csY8" fmla="*/ 3849355 h 4240814"/>
                <a:gd name="csX9" fmla="*/ 140353 w 3697153"/>
                <a:gd name="csY9" fmla="*/ 1572381 h 4240814"/>
                <a:gd name="csX10" fmla="*/ 2371112 w 3697153"/>
                <a:gd name="csY10" fmla="*/ 535447 h 4240814"/>
                <a:gd name="csX11" fmla="*/ 2201296 w 3697153"/>
                <a:gd name="csY11" fmla="*/ 159979 h 42408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697153" h="4240814">
                  <a:moveTo>
                    <a:pt x="2201296" y="159979"/>
                  </a:moveTo>
                  <a:lnTo>
                    <a:pt x="2607622" y="0"/>
                  </a:lnTo>
                  <a:lnTo>
                    <a:pt x="3697153" y="2449950"/>
                  </a:lnTo>
                  <a:lnTo>
                    <a:pt x="3181295" y="3961035"/>
                  </a:lnTo>
                  <a:lnTo>
                    <a:pt x="2587617" y="4240814"/>
                  </a:lnTo>
                  <a:lnTo>
                    <a:pt x="2410681" y="3860247"/>
                  </a:lnTo>
                  <a:lnTo>
                    <a:pt x="1813174" y="3872606"/>
                  </a:lnTo>
                  <a:lnTo>
                    <a:pt x="1213427" y="3874591"/>
                  </a:lnTo>
                  <a:lnTo>
                    <a:pt x="0" y="3849355"/>
                  </a:lnTo>
                  <a:lnTo>
                    <a:pt x="140353" y="1572381"/>
                  </a:lnTo>
                  <a:lnTo>
                    <a:pt x="2371112" y="535447"/>
                  </a:lnTo>
                  <a:lnTo>
                    <a:pt x="2201296" y="159979"/>
                  </a:lnTo>
                  <a:close/>
                </a:path>
              </a:pathLst>
            </a:custGeom>
            <a:solidFill>
              <a:srgbClr val="FFFF00">
                <a:alpha val="2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67432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E64B1-78A9-BF18-98B9-381B8B9B2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077B2BE-58F9-5CD2-7C7E-ED2F9960180D}"/>
              </a:ext>
            </a:extLst>
          </p:cNvPr>
          <p:cNvGrpSpPr/>
          <p:nvPr/>
        </p:nvGrpSpPr>
        <p:grpSpPr>
          <a:xfrm>
            <a:off x="5512195" y="1618409"/>
            <a:ext cx="6535599" cy="3477125"/>
            <a:chOff x="5279140" y="1661064"/>
            <a:chExt cx="6535599" cy="347712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B2165EF-0F9B-DED2-B80F-A17AF3ED5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9140" y="1661064"/>
              <a:ext cx="6535599" cy="347712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1DDD4EE-DB89-9E26-130B-B5CDE82D8D00}"/>
                </a:ext>
              </a:extLst>
            </p:cNvPr>
            <p:cNvSpPr/>
            <p:nvPr/>
          </p:nvSpPr>
          <p:spPr>
            <a:xfrm>
              <a:off x="10835148" y="4773064"/>
              <a:ext cx="979591" cy="3651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24C1F3C-B97C-25B5-B1EA-A699088415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4121" y="6131431"/>
            <a:ext cx="944338" cy="6364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4F01E9-2B49-719A-7378-A38CF2F7B494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707024" y="6271685"/>
            <a:ext cx="1210855" cy="39754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4211E3-822E-0DC8-5AB8-750A6543F764}"/>
              </a:ext>
            </a:extLst>
          </p:cNvPr>
          <p:cNvCxnSpPr/>
          <p:nvPr/>
        </p:nvCxnSpPr>
        <p:spPr>
          <a:xfrm>
            <a:off x="-9832" y="6076331"/>
            <a:ext cx="12204000" cy="0"/>
          </a:xfrm>
          <a:prstGeom prst="line">
            <a:avLst/>
          </a:prstGeom>
          <a:ln w="28575">
            <a:solidFill>
              <a:srgbClr val="F47D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D88E7B-7657-F195-1C1C-F3681468FA29}"/>
              </a:ext>
            </a:extLst>
          </p:cNvPr>
          <p:cNvGrpSpPr/>
          <p:nvPr/>
        </p:nvGrpSpPr>
        <p:grpSpPr>
          <a:xfrm>
            <a:off x="185602" y="318807"/>
            <a:ext cx="5723908" cy="523220"/>
            <a:chOff x="443437" y="420976"/>
            <a:chExt cx="8820718" cy="52322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4E9E065-6C35-9922-79E1-0123C55C44B7}"/>
                </a:ext>
              </a:extLst>
            </p:cNvPr>
            <p:cNvSpPr txBox="1"/>
            <p:nvPr/>
          </p:nvSpPr>
          <p:spPr>
            <a:xfrm>
              <a:off x="443437" y="420976"/>
              <a:ext cx="882071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solidFill>
                    <a:srgbClr val="1E3750"/>
                  </a:solidFill>
                </a:rPr>
                <a:t>KEY VASTU </a:t>
              </a:r>
              <a:r>
                <a:rPr lang="en-IN" sz="2800" dirty="0">
                  <a:solidFill>
                    <a:srgbClr val="1E3750"/>
                  </a:solidFill>
                </a:rPr>
                <a:t>CONSIDERATIONS 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D7A62CE-147C-6AFE-E674-871766265763}"/>
                </a:ext>
              </a:extLst>
            </p:cNvPr>
            <p:cNvCxnSpPr>
              <a:cxnSpLocks/>
            </p:cNvCxnSpPr>
            <p:nvPr/>
          </p:nvCxnSpPr>
          <p:spPr>
            <a:xfrm>
              <a:off x="562155" y="939276"/>
              <a:ext cx="1371600" cy="0"/>
            </a:xfrm>
            <a:prstGeom prst="line">
              <a:avLst/>
            </a:prstGeom>
            <a:ln w="57150">
              <a:solidFill>
                <a:srgbClr val="F47D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1C4B59A-DFC4-5268-DE32-B2BE4BDA001B}"/>
              </a:ext>
            </a:extLst>
          </p:cNvPr>
          <p:cNvSpPr txBox="1"/>
          <p:nvPr/>
        </p:nvSpPr>
        <p:spPr>
          <a:xfrm>
            <a:off x="460635" y="2080399"/>
            <a:ext cx="4547485" cy="2050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solidFill>
                  <a:srgbClr val="F47D35"/>
                </a:solidFill>
              </a:rPr>
              <a:t>BASEMENT FLOOR PLAN OBSERVATION</a:t>
            </a:r>
            <a:endParaRPr lang="en-US" sz="1400" dirty="0">
              <a:solidFill>
                <a:srgbClr val="F47D35"/>
              </a:solidFill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lphaLcParenR"/>
            </a:pPr>
            <a:r>
              <a:rPr lang="en-IN" sz="1200" dirty="0"/>
              <a:t>The</a:t>
            </a:r>
            <a:r>
              <a:rPr lang="en-IN" sz="1200" b="1" dirty="0"/>
              <a:t> ramps</a:t>
            </a:r>
            <a:r>
              <a:rPr lang="en-IN" sz="1200" dirty="0"/>
              <a:t> have been planned in the </a:t>
            </a:r>
            <a:r>
              <a:rPr lang="en-IN" sz="1200" b="1" dirty="0"/>
              <a:t>South-West</a:t>
            </a:r>
            <a:r>
              <a:rPr lang="en-IN" sz="1200" dirty="0"/>
              <a:t> zone, which is </a:t>
            </a:r>
            <a:r>
              <a:rPr lang="en-IN" sz="1200" b="1" dirty="0"/>
              <a:t>not recommended</a:t>
            </a:r>
            <a:r>
              <a:rPr lang="en-IN" sz="1200" dirty="0"/>
              <a:t>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lphaLcParenR"/>
            </a:pPr>
            <a:r>
              <a:rPr lang="en-IN" sz="1200" dirty="0"/>
              <a:t>The </a:t>
            </a:r>
            <a:r>
              <a:rPr lang="en-IN" sz="1200" b="1" dirty="0"/>
              <a:t>Lift Core</a:t>
            </a:r>
            <a:r>
              <a:rPr lang="en-IN" sz="1200" dirty="0"/>
              <a:t> is located in the </a:t>
            </a:r>
            <a:r>
              <a:rPr lang="en-IN" sz="1200" b="1" dirty="0" err="1"/>
              <a:t>Brahmasthan</a:t>
            </a:r>
            <a:r>
              <a:rPr lang="en-IN" sz="1200" b="1" dirty="0"/>
              <a:t> (central zone)</a:t>
            </a:r>
            <a:r>
              <a:rPr lang="en-IN" sz="1200" dirty="0"/>
              <a:t>, which is </a:t>
            </a:r>
            <a:r>
              <a:rPr lang="en-IN" sz="1200" b="1" dirty="0"/>
              <a:t>not considered appropriate</a:t>
            </a:r>
            <a:r>
              <a:rPr lang="en-IN" sz="1200" dirty="0"/>
              <a:t>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lphaLcParenR"/>
            </a:pPr>
            <a:r>
              <a:rPr lang="en-IN" sz="1200" dirty="0"/>
              <a:t>The </a:t>
            </a:r>
            <a:r>
              <a:rPr lang="en-IN" sz="1200" b="1" dirty="0"/>
              <a:t>electrical services</a:t>
            </a:r>
            <a:r>
              <a:rPr lang="en-IN" sz="1200" dirty="0"/>
              <a:t> have been planned in the </a:t>
            </a:r>
            <a:r>
              <a:rPr lang="en-IN" sz="1200" b="1" dirty="0"/>
              <a:t>South-West</a:t>
            </a:r>
            <a:r>
              <a:rPr lang="en-IN" sz="1200" dirty="0"/>
              <a:t> zone, which is </a:t>
            </a:r>
            <a:r>
              <a:rPr lang="en-IN" sz="1200" b="1" dirty="0"/>
              <a:t>not the recommended location</a:t>
            </a:r>
            <a:r>
              <a:rPr lang="en-IN" sz="1200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37EF2D-BED0-EAD1-21F0-0991CDE55E63}"/>
              </a:ext>
            </a:extLst>
          </p:cNvPr>
          <p:cNvSpPr txBox="1"/>
          <p:nvPr/>
        </p:nvSpPr>
        <p:spPr>
          <a:xfrm>
            <a:off x="5008120" y="6229918"/>
            <a:ext cx="216809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lang="en-US" sz="1200" dirty="0"/>
              <a:t>SATISH GUPTA &amp; YASH GUPTA</a:t>
            </a:r>
          </a:p>
          <a:p>
            <a:pPr algn="ctr">
              <a:defRPr sz="1600"/>
            </a:pPr>
            <a:r>
              <a:rPr lang="en-US" sz="1200" dirty="0"/>
              <a:t>(VASTU CONSULTANTS)</a:t>
            </a:r>
            <a:endParaRPr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E328B7-96E8-BF5E-33D1-70E5C849F196}"/>
              </a:ext>
            </a:extLst>
          </p:cNvPr>
          <p:cNvSpPr txBox="1"/>
          <p:nvPr/>
        </p:nvSpPr>
        <p:spPr>
          <a:xfrm>
            <a:off x="10591057" y="198607"/>
            <a:ext cx="10405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rgbClr val="000C39"/>
                </a:solidFill>
              </a:rPr>
              <a:t>PROJECT:</a:t>
            </a:r>
          </a:p>
          <a:p>
            <a:r>
              <a:rPr lang="en-IN" sz="900" dirty="0">
                <a:solidFill>
                  <a:srgbClr val="F47D35"/>
                </a:solidFill>
              </a:rPr>
              <a:t>Capitol Hospital, Jalandhar</a:t>
            </a:r>
            <a:endParaRPr lang="en-US" sz="900" dirty="0">
              <a:solidFill>
                <a:srgbClr val="F47D35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53F35B-A916-13FF-E525-B0C6018B5417}"/>
              </a:ext>
            </a:extLst>
          </p:cNvPr>
          <p:cNvCxnSpPr>
            <a:cxnSpLocks/>
          </p:cNvCxnSpPr>
          <p:nvPr/>
        </p:nvCxnSpPr>
        <p:spPr>
          <a:xfrm>
            <a:off x="11607870" y="226217"/>
            <a:ext cx="0" cy="468000"/>
          </a:xfrm>
          <a:prstGeom prst="line">
            <a:avLst/>
          </a:prstGeom>
          <a:ln w="12700">
            <a:solidFill>
              <a:srgbClr val="F47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46">
            <a:extLst>
              <a:ext uri="{FF2B5EF4-FFF2-40B4-BE49-F238E27FC236}">
                <a16:creationId xmlns:a16="http://schemas.microsoft.com/office/drawing/2014/main" id="{C6704F2E-99CF-3894-9EE3-7A3C4E214198}"/>
              </a:ext>
            </a:extLst>
          </p:cNvPr>
          <p:cNvSpPr txBox="1">
            <a:spLocks/>
          </p:cNvSpPr>
          <p:nvPr/>
        </p:nvSpPr>
        <p:spPr>
          <a:xfrm>
            <a:off x="11581684" y="265545"/>
            <a:ext cx="4661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F47D35"/>
                </a:solidFill>
              </a:rPr>
              <a:t>0</a:t>
            </a:r>
            <a:fld id="{B33E2CC4-F11D-4E54-86EA-E05F33837D9B}" type="slidenum">
              <a:rPr lang="en-US" sz="2000" smtClean="0">
                <a:solidFill>
                  <a:srgbClr val="F47D35"/>
                </a:solidFill>
              </a:rPr>
              <a:pPr algn="ctr"/>
              <a:t>3</a:t>
            </a:fld>
            <a:endParaRPr lang="en-US" sz="2000" dirty="0">
              <a:solidFill>
                <a:srgbClr val="F47D35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015286-3638-39B3-6ED6-6F9F0D8377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7785" y="4975334"/>
            <a:ext cx="950094" cy="971687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FDAD096-ED73-76A7-6B42-1314C1AFE9BC}"/>
              </a:ext>
            </a:extLst>
          </p:cNvPr>
          <p:cNvSpPr/>
          <p:nvPr/>
        </p:nvSpPr>
        <p:spPr>
          <a:xfrm>
            <a:off x="11325947" y="1929699"/>
            <a:ext cx="696836" cy="2081049"/>
          </a:xfrm>
          <a:custGeom>
            <a:avLst/>
            <a:gdLst>
              <a:gd name="csX0" fmla="*/ 239636 w 671611"/>
              <a:gd name="csY0" fmla="*/ 2081049 h 2081049"/>
              <a:gd name="csX1" fmla="*/ 668458 w 671611"/>
              <a:gd name="csY1" fmla="*/ 2077895 h 2081049"/>
              <a:gd name="csX2" fmla="*/ 671611 w 671611"/>
              <a:gd name="csY2" fmla="*/ 627468 h 2081049"/>
              <a:gd name="csX3" fmla="*/ 624315 w 671611"/>
              <a:gd name="csY3" fmla="*/ 425669 h 2081049"/>
              <a:gd name="csX4" fmla="*/ 529722 w 671611"/>
              <a:gd name="csY4" fmla="*/ 255402 h 2081049"/>
              <a:gd name="csX5" fmla="*/ 419363 w 671611"/>
              <a:gd name="csY5" fmla="*/ 132431 h 2081049"/>
              <a:gd name="csX6" fmla="*/ 305851 w 671611"/>
              <a:gd name="csY6" fmla="*/ 63062 h 2081049"/>
              <a:gd name="csX7" fmla="*/ 167115 w 671611"/>
              <a:gd name="csY7" fmla="*/ 12613 h 2081049"/>
              <a:gd name="csX8" fmla="*/ 0 w 671611"/>
              <a:gd name="csY8" fmla="*/ 0 h 2081049"/>
              <a:gd name="csX9" fmla="*/ 0 w 671611"/>
              <a:gd name="csY9" fmla="*/ 419363 h 2081049"/>
              <a:gd name="csX10" fmla="*/ 94594 w 671611"/>
              <a:gd name="csY10" fmla="*/ 422516 h 2081049"/>
              <a:gd name="csX11" fmla="*/ 148196 w 671611"/>
              <a:gd name="csY11" fmla="*/ 450894 h 2081049"/>
              <a:gd name="csX12" fmla="*/ 192340 w 671611"/>
              <a:gd name="csY12" fmla="*/ 501344 h 2081049"/>
              <a:gd name="csX13" fmla="*/ 239636 w 671611"/>
              <a:gd name="csY13" fmla="*/ 570712 h 2081049"/>
              <a:gd name="csX14" fmla="*/ 255402 w 671611"/>
              <a:gd name="csY14" fmla="*/ 652693 h 2081049"/>
              <a:gd name="csX15" fmla="*/ 239636 w 671611"/>
              <a:gd name="csY15" fmla="*/ 2081049 h 2081049"/>
              <a:gd name="csX0" fmla="*/ 264861 w 696836"/>
              <a:gd name="csY0" fmla="*/ 2081049 h 2081049"/>
              <a:gd name="csX1" fmla="*/ 693683 w 696836"/>
              <a:gd name="csY1" fmla="*/ 2077895 h 2081049"/>
              <a:gd name="csX2" fmla="*/ 696836 w 696836"/>
              <a:gd name="csY2" fmla="*/ 627468 h 2081049"/>
              <a:gd name="csX3" fmla="*/ 649540 w 696836"/>
              <a:gd name="csY3" fmla="*/ 425669 h 2081049"/>
              <a:gd name="csX4" fmla="*/ 554947 w 696836"/>
              <a:gd name="csY4" fmla="*/ 255402 h 2081049"/>
              <a:gd name="csX5" fmla="*/ 444588 w 696836"/>
              <a:gd name="csY5" fmla="*/ 132431 h 2081049"/>
              <a:gd name="csX6" fmla="*/ 331076 w 696836"/>
              <a:gd name="csY6" fmla="*/ 63062 h 2081049"/>
              <a:gd name="csX7" fmla="*/ 192340 w 696836"/>
              <a:gd name="csY7" fmla="*/ 12613 h 2081049"/>
              <a:gd name="csX8" fmla="*/ 0 w 696836"/>
              <a:gd name="csY8" fmla="*/ 0 h 2081049"/>
              <a:gd name="csX9" fmla="*/ 25225 w 696836"/>
              <a:gd name="csY9" fmla="*/ 419363 h 2081049"/>
              <a:gd name="csX10" fmla="*/ 119819 w 696836"/>
              <a:gd name="csY10" fmla="*/ 422516 h 2081049"/>
              <a:gd name="csX11" fmla="*/ 173421 w 696836"/>
              <a:gd name="csY11" fmla="*/ 450894 h 2081049"/>
              <a:gd name="csX12" fmla="*/ 217565 w 696836"/>
              <a:gd name="csY12" fmla="*/ 501344 h 2081049"/>
              <a:gd name="csX13" fmla="*/ 264861 w 696836"/>
              <a:gd name="csY13" fmla="*/ 570712 h 2081049"/>
              <a:gd name="csX14" fmla="*/ 280627 w 696836"/>
              <a:gd name="csY14" fmla="*/ 652693 h 2081049"/>
              <a:gd name="csX15" fmla="*/ 264861 w 696836"/>
              <a:gd name="csY15" fmla="*/ 2081049 h 2081049"/>
              <a:gd name="csX0" fmla="*/ 264861 w 696836"/>
              <a:gd name="csY0" fmla="*/ 2081049 h 2081049"/>
              <a:gd name="csX1" fmla="*/ 693683 w 696836"/>
              <a:gd name="csY1" fmla="*/ 2077895 h 2081049"/>
              <a:gd name="csX2" fmla="*/ 696836 w 696836"/>
              <a:gd name="csY2" fmla="*/ 627468 h 2081049"/>
              <a:gd name="csX3" fmla="*/ 649540 w 696836"/>
              <a:gd name="csY3" fmla="*/ 425669 h 2081049"/>
              <a:gd name="csX4" fmla="*/ 554947 w 696836"/>
              <a:gd name="csY4" fmla="*/ 255402 h 2081049"/>
              <a:gd name="csX5" fmla="*/ 444588 w 696836"/>
              <a:gd name="csY5" fmla="*/ 132431 h 2081049"/>
              <a:gd name="csX6" fmla="*/ 331076 w 696836"/>
              <a:gd name="csY6" fmla="*/ 63062 h 2081049"/>
              <a:gd name="csX7" fmla="*/ 192340 w 696836"/>
              <a:gd name="csY7" fmla="*/ 12613 h 2081049"/>
              <a:gd name="csX8" fmla="*/ 0 w 696836"/>
              <a:gd name="csY8" fmla="*/ 0 h 2081049"/>
              <a:gd name="csX9" fmla="*/ 6307 w 696836"/>
              <a:gd name="csY9" fmla="*/ 419363 h 2081049"/>
              <a:gd name="csX10" fmla="*/ 119819 w 696836"/>
              <a:gd name="csY10" fmla="*/ 422516 h 2081049"/>
              <a:gd name="csX11" fmla="*/ 173421 w 696836"/>
              <a:gd name="csY11" fmla="*/ 450894 h 2081049"/>
              <a:gd name="csX12" fmla="*/ 217565 w 696836"/>
              <a:gd name="csY12" fmla="*/ 501344 h 2081049"/>
              <a:gd name="csX13" fmla="*/ 264861 w 696836"/>
              <a:gd name="csY13" fmla="*/ 570712 h 2081049"/>
              <a:gd name="csX14" fmla="*/ 280627 w 696836"/>
              <a:gd name="csY14" fmla="*/ 652693 h 2081049"/>
              <a:gd name="csX15" fmla="*/ 264861 w 696836"/>
              <a:gd name="csY15" fmla="*/ 2081049 h 2081049"/>
              <a:gd name="csX0" fmla="*/ 264861 w 696836"/>
              <a:gd name="csY0" fmla="*/ 2081049 h 2081049"/>
              <a:gd name="csX1" fmla="*/ 693683 w 696836"/>
              <a:gd name="csY1" fmla="*/ 2077895 h 2081049"/>
              <a:gd name="csX2" fmla="*/ 696836 w 696836"/>
              <a:gd name="csY2" fmla="*/ 627468 h 2081049"/>
              <a:gd name="csX3" fmla="*/ 649540 w 696836"/>
              <a:gd name="csY3" fmla="*/ 425669 h 2081049"/>
              <a:gd name="csX4" fmla="*/ 554947 w 696836"/>
              <a:gd name="csY4" fmla="*/ 255402 h 2081049"/>
              <a:gd name="csX5" fmla="*/ 444588 w 696836"/>
              <a:gd name="csY5" fmla="*/ 132431 h 2081049"/>
              <a:gd name="csX6" fmla="*/ 331076 w 696836"/>
              <a:gd name="csY6" fmla="*/ 63062 h 2081049"/>
              <a:gd name="csX7" fmla="*/ 192340 w 696836"/>
              <a:gd name="csY7" fmla="*/ 12613 h 2081049"/>
              <a:gd name="csX8" fmla="*/ 0 w 696836"/>
              <a:gd name="csY8" fmla="*/ 0 h 2081049"/>
              <a:gd name="csX9" fmla="*/ 6307 w 696836"/>
              <a:gd name="csY9" fmla="*/ 419363 h 2081049"/>
              <a:gd name="csX10" fmla="*/ 110359 w 696836"/>
              <a:gd name="csY10" fmla="*/ 428822 h 2081049"/>
              <a:gd name="csX11" fmla="*/ 173421 w 696836"/>
              <a:gd name="csY11" fmla="*/ 450894 h 2081049"/>
              <a:gd name="csX12" fmla="*/ 217565 w 696836"/>
              <a:gd name="csY12" fmla="*/ 501344 h 2081049"/>
              <a:gd name="csX13" fmla="*/ 264861 w 696836"/>
              <a:gd name="csY13" fmla="*/ 570712 h 2081049"/>
              <a:gd name="csX14" fmla="*/ 280627 w 696836"/>
              <a:gd name="csY14" fmla="*/ 652693 h 2081049"/>
              <a:gd name="csX15" fmla="*/ 264861 w 696836"/>
              <a:gd name="csY15" fmla="*/ 2081049 h 2081049"/>
              <a:gd name="csX0" fmla="*/ 264861 w 696836"/>
              <a:gd name="csY0" fmla="*/ 2081049 h 2081049"/>
              <a:gd name="csX1" fmla="*/ 693683 w 696836"/>
              <a:gd name="csY1" fmla="*/ 2077895 h 2081049"/>
              <a:gd name="csX2" fmla="*/ 696836 w 696836"/>
              <a:gd name="csY2" fmla="*/ 627468 h 2081049"/>
              <a:gd name="csX3" fmla="*/ 649540 w 696836"/>
              <a:gd name="csY3" fmla="*/ 425669 h 2081049"/>
              <a:gd name="csX4" fmla="*/ 554947 w 696836"/>
              <a:gd name="csY4" fmla="*/ 255402 h 2081049"/>
              <a:gd name="csX5" fmla="*/ 444588 w 696836"/>
              <a:gd name="csY5" fmla="*/ 132431 h 2081049"/>
              <a:gd name="csX6" fmla="*/ 331076 w 696836"/>
              <a:gd name="csY6" fmla="*/ 63062 h 2081049"/>
              <a:gd name="csX7" fmla="*/ 192340 w 696836"/>
              <a:gd name="csY7" fmla="*/ 12613 h 2081049"/>
              <a:gd name="csX8" fmla="*/ 0 w 696836"/>
              <a:gd name="csY8" fmla="*/ 0 h 2081049"/>
              <a:gd name="csX9" fmla="*/ 6307 w 696836"/>
              <a:gd name="csY9" fmla="*/ 419363 h 2081049"/>
              <a:gd name="csX10" fmla="*/ 110359 w 696836"/>
              <a:gd name="csY10" fmla="*/ 428822 h 2081049"/>
              <a:gd name="csX11" fmla="*/ 173421 w 696836"/>
              <a:gd name="csY11" fmla="*/ 460353 h 2081049"/>
              <a:gd name="csX12" fmla="*/ 217565 w 696836"/>
              <a:gd name="csY12" fmla="*/ 501344 h 2081049"/>
              <a:gd name="csX13" fmla="*/ 264861 w 696836"/>
              <a:gd name="csY13" fmla="*/ 570712 h 2081049"/>
              <a:gd name="csX14" fmla="*/ 280627 w 696836"/>
              <a:gd name="csY14" fmla="*/ 652693 h 2081049"/>
              <a:gd name="csX15" fmla="*/ 264861 w 696836"/>
              <a:gd name="csY15" fmla="*/ 2081049 h 20810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696836" h="2081049">
                <a:moveTo>
                  <a:pt x="264861" y="2081049"/>
                </a:moveTo>
                <a:lnTo>
                  <a:pt x="693683" y="2077895"/>
                </a:lnTo>
                <a:lnTo>
                  <a:pt x="696836" y="627468"/>
                </a:lnTo>
                <a:lnTo>
                  <a:pt x="649540" y="425669"/>
                </a:lnTo>
                <a:lnTo>
                  <a:pt x="554947" y="255402"/>
                </a:lnTo>
                <a:lnTo>
                  <a:pt x="444588" y="132431"/>
                </a:lnTo>
                <a:lnTo>
                  <a:pt x="331076" y="63062"/>
                </a:lnTo>
                <a:lnTo>
                  <a:pt x="192340" y="12613"/>
                </a:lnTo>
                <a:lnTo>
                  <a:pt x="0" y="0"/>
                </a:lnTo>
                <a:cubicBezTo>
                  <a:pt x="2102" y="139788"/>
                  <a:pt x="4205" y="279575"/>
                  <a:pt x="6307" y="419363"/>
                </a:cubicBezTo>
                <a:lnTo>
                  <a:pt x="110359" y="428822"/>
                </a:lnTo>
                <a:lnTo>
                  <a:pt x="173421" y="460353"/>
                </a:lnTo>
                <a:lnTo>
                  <a:pt x="217565" y="501344"/>
                </a:lnTo>
                <a:lnTo>
                  <a:pt x="264861" y="570712"/>
                </a:lnTo>
                <a:lnTo>
                  <a:pt x="280627" y="652693"/>
                </a:lnTo>
                <a:cubicBezTo>
                  <a:pt x="277474" y="1131965"/>
                  <a:pt x="274320" y="1611236"/>
                  <a:pt x="264861" y="2081049"/>
                </a:cubicBezTo>
                <a:close/>
              </a:path>
            </a:pathLst>
          </a:cu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21E378-FEEB-86C8-F3C5-86FF2BD97952}"/>
              </a:ext>
            </a:extLst>
          </p:cNvPr>
          <p:cNvSpPr/>
          <p:nvPr/>
        </p:nvSpPr>
        <p:spPr>
          <a:xfrm>
            <a:off x="10274126" y="3082974"/>
            <a:ext cx="900474" cy="742950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BBD692-57B4-FA58-59D6-312B17D9DC89}"/>
              </a:ext>
            </a:extLst>
          </p:cNvPr>
          <p:cNvSpPr/>
          <p:nvPr/>
        </p:nvSpPr>
        <p:spPr>
          <a:xfrm>
            <a:off x="8209618" y="2703617"/>
            <a:ext cx="449592" cy="402191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BFF67E-45DD-FCC3-0418-84656506CE7C}"/>
              </a:ext>
            </a:extLst>
          </p:cNvPr>
          <p:cNvSpPr txBox="1"/>
          <p:nvPr/>
        </p:nvSpPr>
        <p:spPr>
          <a:xfrm>
            <a:off x="7911270" y="4975334"/>
            <a:ext cx="1737447" cy="321819"/>
          </a:xfrm>
          <a:prstGeom prst="rect">
            <a:avLst/>
          </a:prstGeom>
          <a:solidFill>
            <a:srgbClr val="F47D35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100" b="1" dirty="0"/>
              <a:t>BASEMENT FLOOR PLAN</a:t>
            </a:r>
          </a:p>
        </p:txBody>
      </p:sp>
    </p:spTree>
    <p:extLst>
      <p:ext uri="{BB962C8B-B14F-4D97-AF65-F5344CB8AC3E}">
        <p14:creationId xmlns:p14="http://schemas.microsoft.com/office/powerpoint/2010/main" val="1409709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3673</TotalTime>
  <Words>359</Words>
  <Application>Microsoft Office PowerPoint</Application>
  <PresentationFormat>Widescreen</PresentationFormat>
  <Paragraphs>53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Artifakt Element Hair</vt:lpstr>
      <vt:lpstr>Biome</vt:lpstr>
      <vt:lpstr>Candara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Charu Koushal</dc:creator>
  <cp:lastModifiedBy>Alisha Massey</cp:lastModifiedBy>
  <cp:revision>700</cp:revision>
  <dcterms:created xsi:type="dcterms:W3CDTF">2026-03-10T05:09:11Z</dcterms:created>
  <dcterms:modified xsi:type="dcterms:W3CDTF">2026-07-15T08:26:10Z</dcterms:modified>
</cp:coreProperties>
</file>